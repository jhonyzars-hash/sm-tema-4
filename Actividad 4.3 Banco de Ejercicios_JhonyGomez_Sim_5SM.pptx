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2.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s/slide2.xml" ContentType="application/vnd.openxmlformats-officedocument.presentationml.slide+xml"/>
  <Override PartName="/ppt/slides/slide20.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slides/slide5.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revisionInfo.xml" ContentType="application/vnd.ms-powerpoint.revisioninfo+xml"/>
  <Override PartName="/ppt/slides/slide3.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viewProps.xml" ContentType="application/vnd.openxmlformats-officedocument.presentationml.viewProps+xml"/>
  <Override PartName="/ppt/changesInfos/changesInfo1.xml" ContentType="application/vnd.ms-powerpoint.changesinfo+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921" r:id="rId1"/>
  </p:sldMasterIdLst>
  <p:sldIdLst>
    <p:sldId id="269" r:id="rId2"/>
    <p:sldId id="257" r:id="rId3"/>
    <p:sldId id="275" r:id="rId4"/>
    <p:sldId id="260" r:id="rId5"/>
    <p:sldId id="278" r:id="rId6"/>
    <p:sldId id="280" r:id="rId7"/>
    <p:sldId id="281" r:id="rId8"/>
    <p:sldId id="284" r:id="rId9"/>
    <p:sldId id="283" r:id="rId10"/>
    <p:sldId id="282" r:id="rId11"/>
    <p:sldId id="285" r:id="rId12"/>
    <p:sldId id="286" r:id="rId13"/>
    <p:sldId id="287" r:id="rId14"/>
    <p:sldId id="288" r:id="rId15"/>
    <p:sldId id="289" r:id="rId16"/>
    <p:sldId id="290" r:id="rId17"/>
    <p:sldId id="291" r:id="rId18"/>
    <p:sldId id="292" r:id="rId19"/>
    <p:sldId id="293" r:id="rId20"/>
    <p:sldId id="294" r:id="rId21"/>
    <p:sldId id="295" r:id="rId22"/>
    <p:sldId id="267" r:id="rId23"/>
    <p:sldId id="276"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018E68-4091-4BDB-832C-B2DA177AAF56}" v="22" dt="2026-10-03T01:44:55.505"/>
    <p1510:client id="{55CCFE3D-26F8-417A-834C-EB7F19181C60}" v="21" dt="2026-10-03T07:11:03.975"/>
    <p1510:client id="{CC98289F-DDAA-4A06-B800-FD2E113FEA27}" v="10" dt="2026-10-02T20:19:10.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04" autoAdjust="0"/>
    <p:restoredTop sz="94660"/>
  </p:normalViewPr>
  <p:slideViewPr>
    <p:cSldViewPr snapToGrid="0">
      <p:cViewPr varScale="1">
        <p:scale>
          <a:sx n="78" d="100"/>
          <a:sy n="78" d="100"/>
        </p:scale>
        <p:origin x="710" y="62"/>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presProps" Target="/ppt/presProps.xml"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slide" Target="/ppt/slides/slide24.xml" Id="rId25"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tableStyles" Target="/ppt/tableStyles.xml" Id="rId29"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23.xml" Id="rId24"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slide" Target="/ppt/slides/slide22.xml" Id="rId23" /><Relationship Type="http://schemas.openxmlformats.org/officeDocument/2006/relationships/theme" Target="/ppt/theme/theme1.xml" Id="rId28" /><Relationship Type="http://schemas.openxmlformats.org/officeDocument/2006/relationships/slide" Target="/ppt/slides/slide9.xml" Id="rId10" /><Relationship Type="http://schemas.openxmlformats.org/officeDocument/2006/relationships/slide" Target="/ppt/slides/slide18.xml" Id="rId19" /><Relationship Type="http://schemas.microsoft.com/office/2015/10/relationships/revisionInfo" Target="/ppt/revisionInfo.xml" Id="rId31"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slide" Target="/ppt/slides/slide21.xml" Id="rId22" /><Relationship Type="http://schemas.openxmlformats.org/officeDocument/2006/relationships/viewProps" Target="/ppt/viewProps.xml" Id="rId27" /><Relationship Type="http://schemas.microsoft.com/office/2016/11/relationships/changesInfo" Target="/ppt/changesInfos/changesInfo1.xml" Id="rId30"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ony Gomez" userId="5f1ac8455e56f045" providerId="LiveId" clId="{E84C667A-187F-4064-B7B0-4E60D3583703}"/>
    <pc:docChg chg="undo custSel addSld delSld modSld sldOrd">
      <pc:chgData name="Jhony Gomez" userId="5f1ac8455e56f045" providerId="LiveId" clId="{E84C667A-187F-4064-B7B0-4E60D3583703}" dt="2026-10-03T07:11:06.718" v="1521"/>
      <pc:docMkLst>
        <pc:docMk/>
      </pc:docMkLst>
      <pc:sldChg chg="addSp delSp modSp mod">
        <pc:chgData name="Jhony Gomez" userId="5f1ac8455e56f045" providerId="LiveId" clId="{E84C667A-187F-4064-B7B0-4E60D3583703}" dt="2026-10-03T07:10:07.923" v="1516"/>
        <pc:sldMkLst>
          <pc:docMk/>
          <pc:sldMk cId="3796923850" sldId="257"/>
        </pc:sldMkLst>
        <pc:spChg chg="del mod">
          <ac:chgData name="Jhony Gomez" userId="5f1ac8455e56f045" providerId="LiveId" clId="{E84C667A-187F-4064-B7B0-4E60D3583703}" dt="2026-10-02T22:01:06.589" v="936" actId="478"/>
          <ac:spMkLst>
            <pc:docMk/>
            <pc:sldMk cId="3796923850" sldId="257"/>
            <ac:spMk id="3" creationId="{7B18346E-19AE-4D09-B7C4-FDEC387ED055}"/>
          </ac:spMkLst>
        </pc:spChg>
        <pc:spChg chg="add mod">
          <ac:chgData name="Jhony Gomez" userId="5f1ac8455e56f045" providerId="LiveId" clId="{E84C667A-187F-4064-B7B0-4E60D3583703}" dt="2026-10-03T07:10:07.923" v="1516"/>
          <ac:spMkLst>
            <pc:docMk/>
            <pc:sldMk cId="3796923850" sldId="257"/>
            <ac:spMk id="5" creationId="{745111A6-BE16-3200-7ADB-593AC0C08FEF}"/>
          </ac:spMkLst>
        </pc:spChg>
        <pc:spChg chg="add del mod">
          <ac:chgData name="Jhony Gomez" userId="5f1ac8455e56f045" providerId="LiveId" clId="{E84C667A-187F-4064-B7B0-4E60D3583703}" dt="2026-10-02T22:01:09.066" v="937" actId="478"/>
          <ac:spMkLst>
            <pc:docMk/>
            <pc:sldMk cId="3796923850" sldId="257"/>
            <ac:spMk id="7" creationId="{C409B3FD-C456-9848-2495-D61E39124F00}"/>
          </ac:spMkLst>
        </pc:spChg>
      </pc:sldChg>
      <pc:sldChg chg="addSp delSp modSp del mod">
        <pc:chgData name="Jhony Gomez" userId="5f1ac8455e56f045" providerId="LiveId" clId="{E84C667A-187F-4064-B7B0-4E60D3583703}" dt="2026-10-02T21:02:22.506" v="769" actId="47"/>
        <pc:sldMkLst>
          <pc:docMk/>
          <pc:sldMk cId="688008859" sldId="259"/>
        </pc:sldMkLst>
        <pc:spChg chg="mod">
          <ac:chgData name="Jhony Gomez" userId="5f1ac8455e56f045" providerId="LiveId" clId="{E84C667A-187F-4064-B7B0-4E60D3583703}" dt="2026-10-02T20:48:02.603" v="742" actId="403"/>
          <ac:spMkLst>
            <pc:docMk/>
            <pc:sldMk cId="688008859" sldId="259"/>
            <ac:spMk id="3" creationId="{36661F83-9138-FCD6-4420-87D87F86C298}"/>
          </ac:spMkLst>
        </pc:spChg>
        <pc:spChg chg="del">
          <ac:chgData name="Jhony Gomez" userId="5f1ac8455e56f045" providerId="LiveId" clId="{E84C667A-187F-4064-B7B0-4E60D3583703}" dt="2026-10-02T19:26:25.165" v="489" actId="478"/>
          <ac:spMkLst>
            <pc:docMk/>
            <pc:sldMk cId="688008859" sldId="259"/>
            <ac:spMk id="6" creationId="{B48FF391-EF05-4D35-A0F2-2EC6D8F621D5}"/>
          </ac:spMkLst>
        </pc:spChg>
        <pc:spChg chg="add del mod">
          <ac:chgData name="Jhony Gomez" userId="5f1ac8455e56f045" providerId="LiveId" clId="{E84C667A-187F-4064-B7B0-4E60D3583703}" dt="2026-10-02T20:43:53.671" v="731"/>
          <ac:spMkLst>
            <pc:docMk/>
            <pc:sldMk cId="688008859" sldId="259"/>
            <ac:spMk id="8" creationId="{757CD6AB-94E8-37AC-51A2-1D9889E9A341}"/>
          </ac:spMkLst>
        </pc:spChg>
        <pc:picChg chg="add del mod">
          <ac:chgData name="Jhony Gomez" userId="5f1ac8455e56f045" providerId="LiveId" clId="{E84C667A-187F-4064-B7B0-4E60D3583703}" dt="2026-10-02T20:43:43.967" v="727" actId="478"/>
          <ac:picMkLst>
            <pc:docMk/>
            <pc:sldMk cId="688008859" sldId="259"/>
            <ac:picMk id="4" creationId="{09054FC7-283F-D5D9-C7AB-B31188EA0691}"/>
          </ac:picMkLst>
        </pc:picChg>
        <pc:picChg chg="del mod">
          <ac:chgData name="Jhony Gomez" userId="5f1ac8455e56f045" providerId="LiveId" clId="{E84C667A-187F-4064-B7B0-4E60D3583703}" dt="2026-10-02T20:43:23.275" v="721" actId="478"/>
          <ac:picMkLst>
            <pc:docMk/>
            <pc:sldMk cId="688008859" sldId="259"/>
            <ac:picMk id="5" creationId="{C10439F5-F354-4B14-B48E-18D2F503B458}"/>
          </ac:picMkLst>
        </pc:picChg>
        <pc:picChg chg="add mod">
          <ac:chgData name="Jhony Gomez" userId="5f1ac8455e56f045" providerId="LiveId" clId="{E84C667A-187F-4064-B7B0-4E60D3583703}" dt="2026-10-02T20:48:08.946" v="743" actId="1076"/>
          <ac:picMkLst>
            <pc:docMk/>
            <pc:sldMk cId="688008859" sldId="259"/>
            <ac:picMk id="6" creationId="{6F19CCF1-8BFC-5CC0-83F8-923CBF4FA57A}"/>
          </ac:picMkLst>
        </pc:picChg>
      </pc:sldChg>
      <pc:sldChg chg="addSp delSp modSp mod">
        <pc:chgData name="Jhony Gomez" userId="5f1ac8455e56f045" providerId="LiveId" clId="{E84C667A-187F-4064-B7B0-4E60D3583703}" dt="2026-10-03T05:47:27.184" v="1082" actId="1076"/>
        <pc:sldMkLst>
          <pc:docMk/>
          <pc:sldMk cId="2537704845" sldId="260"/>
        </pc:sldMkLst>
        <pc:spChg chg="del mod">
          <ac:chgData name="Jhony Gomez" userId="5f1ac8455e56f045" providerId="LiveId" clId="{E84C667A-187F-4064-B7B0-4E60D3583703}" dt="2026-10-02T21:13:32.340" v="788" actId="478"/>
          <ac:spMkLst>
            <pc:docMk/>
            <pc:sldMk cId="2537704845" sldId="260"/>
            <ac:spMk id="2" creationId="{DB9BA5BF-6C39-E8FE-6B4B-4094409CB28C}"/>
          </ac:spMkLst>
        </pc:spChg>
        <pc:spChg chg="add del mod">
          <ac:chgData name="Jhony Gomez" userId="5f1ac8455e56f045" providerId="LiveId" clId="{E84C667A-187F-4064-B7B0-4E60D3583703}" dt="2026-10-02T21:13:33.888" v="789" actId="478"/>
          <ac:spMkLst>
            <pc:docMk/>
            <pc:sldMk cId="2537704845" sldId="260"/>
            <ac:spMk id="5" creationId="{FFB1A322-8172-DBF2-2B55-ACAEF9293EB7}"/>
          </ac:spMkLst>
        </pc:spChg>
        <pc:spChg chg="add mod">
          <ac:chgData name="Jhony Gomez" userId="5f1ac8455e56f045" providerId="LiveId" clId="{E84C667A-187F-4064-B7B0-4E60D3583703}" dt="2026-10-03T05:46:39.836" v="1078" actId="1076"/>
          <ac:spMkLst>
            <pc:docMk/>
            <pc:sldMk cId="2537704845" sldId="260"/>
            <ac:spMk id="6" creationId="{8A9BE94E-1ECD-6941-F298-D411E6B49AD4}"/>
          </ac:spMkLst>
        </pc:spChg>
        <pc:spChg chg="add del mod">
          <ac:chgData name="Jhony Gomez" userId="5f1ac8455e56f045" providerId="LiveId" clId="{E84C667A-187F-4064-B7B0-4E60D3583703}" dt="2026-10-03T05:47:19.619" v="1081" actId="1076"/>
          <ac:spMkLst>
            <pc:docMk/>
            <pc:sldMk cId="2537704845" sldId="260"/>
            <ac:spMk id="9" creationId="{480D72AF-1616-4663-BC22-54048850ED05}"/>
          </ac:spMkLst>
        </pc:spChg>
        <pc:picChg chg="add del mod">
          <ac:chgData name="Jhony Gomez" userId="5f1ac8455e56f045" providerId="LiveId" clId="{E84C667A-187F-4064-B7B0-4E60D3583703}" dt="2026-10-03T05:24:02.783" v="980" actId="478"/>
          <ac:picMkLst>
            <pc:docMk/>
            <pc:sldMk cId="2537704845" sldId="260"/>
            <ac:picMk id="3" creationId="{7D3A686F-E8A2-026C-BFB3-1333F5392A79}"/>
          </ac:picMkLst>
        </pc:picChg>
        <pc:picChg chg="add del mod">
          <ac:chgData name="Jhony Gomez" userId="5f1ac8455e56f045" providerId="LiveId" clId="{E84C667A-187F-4064-B7B0-4E60D3583703}" dt="2026-10-03T05:21:30.968" v="971" actId="478"/>
          <ac:picMkLst>
            <pc:docMk/>
            <pc:sldMk cId="2537704845" sldId="260"/>
            <ac:picMk id="4" creationId="{61B29CEF-B24F-11B2-F4CD-618D80727BAD}"/>
          </ac:picMkLst>
        </pc:picChg>
        <pc:picChg chg="mod">
          <ac:chgData name="Jhony Gomez" userId="5f1ac8455e56f045" providerId="LiveId" clId="{E84C667A-187F-4064-B7B0-4E60D3583703}" dt="2026-10-03T05:47:27.184" v="1082" actId="1076"/>
          <ac:picMkLst>
            <pc:docMk/>
            <pc:sldMk cId="2537704845" sldId="260"/>
            <ac:picMk id="8" creationId="{DEC2E1FE-E24B-400D-B39C-537C2CCED519}"/>
          </ac:picMkLst>
        </pc:picChg>
      </pc:sldChg>
      <pc:sldChg chg="addSp delSp modSp mod">
        <pc:chgData name="Jhony Gomez" userId="5f1ac8455e56f045" providerId="LiveId" clId="{E84C667A-187F-4064-B7B0-4E60D3583703}" dt="2026-10-03T07:11:06.718" v="1521"/>
        <pc:sldMkLst>
          <pc:docMk/>
          <pc:sldMk cId="3123720289" sldId="267"/>
        </pc:sldMkLst>
        <pc:spChg chg="del mod">
          <ac:chgData name="Jhony Gomez" userId="5f1ac8455e56f045" providerId="LiveId" clId="{E84C667A-187F-4064-B7B0-4E60D3583703}" dt="2026-10-02T22:02:45.471" v="949" actId="478"/>
          <ac:spMkLst>
            <pc:docMk/>
            <pc:sldMk cId="3123720289" sldId="267"/>
            <ac:spMk id="3" creationId="{0C566EE3-A2DC-4634-A827-7F8CAF749E37}"/>
          </ac:spMkLst>
        </pc:spChg>
        <pc:spChg chg="add del mod">
          <ac:chgData name="Jhony Gomez" userId="5f1ac8455e56f045" providerId="LiveId" clId="{E84C667A-187F-4064-B7B0-4E60D3583703}" dt="2026-10-02T22:02:46.772" v="950" actId="478"/>
          <ac:spMkLst>
            <pc:docMk/>
            <pc:sldMk cId="3123720289" sldId="267"/>
            <ac:spMk id="5" creationId="{E4AC3CAF-42A3-B429-3433-2ABB584E036F}"/>
          </ac:spMkLst>
        </pc:spChg>
        <pc:spChg chg="add mod">
          <ac:chgData name="Jhony Gomez" userId="5f1ac8455e56f045" providerId="LiveId" clId="{E84C667A-187F-4064-B7B0-4E60D3583703}" dt="2026-10-03T07:11:06.718" v="1521"/>
          <ac:spMkLst>
            <pc:docMk/>
            <pc:sldMk cId="3123720289" sldId="267"/>
            <ac:spMk id="7" creationId="{B32A5E05-1FDE-B322-0863-21055419B1EE}"/>
          </ac:spMkLst>
        </pc:spChg>
      </pc:sldChg>
      <pc:sldChg chg="del">
        <pc:chgData name="Jhony Gomez" userId="5f1ac8455e56f045" providerId="LiveId" clId="{E84C667A-187F-4064-B7B0-4E60D3583703}" dt="2026-10-02T20:11:32.237" v="669" actId="47"/>
        <pc:sldMkLst>
          <pc:docMk/>
          <pc:sldMk cId="3570899494" sldId="268"/>
        </pc:sldMkLst>
      </pc:sldChg>
      <pc:sldChg chg="modSp mod">
        <pc:chgData name="Jhony Gomez" userId="5f1ac8455e56f045" providerId="LiveId" clId="{E84C667A-187F-4064-B7B0-4E60D3583703}" dt="2026-10-03T06:35:21.103" v="1333" actId="20577"/>
        <pc:sldMkLst>
          <pc:docMk/>
          <pc:sldMk cId="1200137787" sldId="269"/>
        </pc:sldMkLst>
        <pc:spChg chg="mod">
          <ac:chgData name="Jhony Gomez" userId="5f1ac8455e56f045" providerId="LiveId" clId="{E84C667A-187F-4064-B7B0-4E60D3583703}" dt="2026-10-03T06:35:21.103" v="1333" actId="20577"/>
          <ac:spMkLst>
            <pc:docMk/>
            <pc:sldMk cId="1200137787" sldId="269"/>
            <ac:spMk id="4" creationId="{ABAF0D08-5F75-4A88-A052-E8DE763EC799}"/>
          </ac:spMkLst>
        </pc:spChg>
      </pc:sldChg>
      <pc:sldChg chg="del ord">
        <pc:chgData name="Jhony Gomez" userId="5f1ac8455e56f045" providerId="LiveId" clId="{E84C667A-187F-4064-B7B0-4E60D3583703}" dt="2026-10-02T20:11:27.333" v="666" actId="47"/>
        <pc:sldMkLst>
          <pc:docMk/>
          <pc:sldMk cId="718128432" sldId="270"/>
        </pc:sldMkLst>
      </pc:sldChg>
      <pc:sldChg chg="del">
        <pc:chgData name="Jhony Gomez" userId="5f1ac8455e56f045" providerId="LiveId" clId="{E84C667A-187F-4064-B7B0-4E60D3583703}" dt="2026-10-02T20:11:33.680" v="670" actId="47"/>
        <pc:sldMkLst>
          <pc:docMk/>
          <pc:sldMk cId="2478068490" sldId="271"/>
        </pc:sldMkLst>
      </pc:sldChg>
      <pc:sldChg chg="del">
        <pc:chgData name="Jhony Gomez" userId="5f1ac8455e56f045" providerId="LiveId" clId="{E84C667A-187F-4064-B7B0-4E60D3583703}" dt="2026-10-02T20:11:37.465" v="672" actId="47"/>
        <pc:sldMkLst>
          <pc:docMk/>
          <pc:sldMk cId="4116469412" sldId="272"/>
        </pc:sldMkLst>
      </pc:sldChg>
      <pc:sldChg chg="del">
        <pc:chgData name="Jhony Gomez" userId="5f1ac8455e56f045" providerId="LiveId" clId="{E84C667A-187F-4064-B7B0-4E60D3583703}" dt="2026-10-02T20:11:36.073" v="671" actId="47"/>
        <pc:sldMkLst>
          <pc:docMk/>
          <pc:sldMk cId="254935079" sldId="273"/>
        </pc:sldMkLst>
      </pc:sldChg>
      <pc:sldChg chg="del">
        <pc:chgData name="Jhony Gomez" userId="5f1ac8455e56f045" providerId="LiveId" clId="{E84C667A-187F-4064-B7B0-4E60D3583703}" dt="2026-10-02T20:11:40.597" v="673" actId="47"/>
        <pc:sldMkLst>
          <pc:docMk/>
          <pc:sldMk cId="3123317970" sldId="274"/>
        </pc:sldMkLst>
      </pc:sldChg>
      <pc:sldChg chg="addSp delSp modSp mod">
        <pc:chgData name="Jhony Gomez" userId="5f1ac8455e56f045" providerId="LiveId" clId="{E84C667A-187F-4064-B7B0-4E60D3583703}" dt="2026-10-03T07:10:22.348" v="1517"/>
        <pc:sldMkLst>
          <pc:docMk/>
          <pc:sldMk cId="388262627" sldId="275"/>
        </pc:sldMkLst>
        <pc:spChg chg="del mod">
          <ac:chgData name="Jhony Gomez" userId="5f1ac8455e56f045" providerId="LiveId" clId="{E84C667A-187F-4064-B7B0-4E60D3583703}" dt="2026-10-02T22:02:06.266" v="945" actId="478"/>
          <ac:spMkLst>
            <pc:docMk/>
            <pc:sldMk cId="388262627" sldId="275"/>
            <ac:spMk id="3" creationId="{75533C0F-1DCB-3D6B-9B90-59607F5A37E7}"/>
          </ac:spMkLst>
        </pc:spChg>
        <pc:spChg chg="add del mod">
          <ac:chgData name="Jhony Gomez" userId="5f1ac8455e56f045" providerId="LiveId" clId="{E84C667A-187F-4064-B7B0-4E60D3583703}" dt="2026-10-02T22:02:08.832" v="946" actId="478"/>
          <ac:spMkLst>
            <pc:docMk/>
            <pc:sldMk cId="388262627" sldId="275"/>
            <ac:spMk id="5" creationId="{74B7DE52-A125-D5C5-6066-AB0EC2A256A9}"/>
          </ac:spMkLst>
        </pc:spChg>
        <pc:spChg chg="add mod">
          <ac:chgData name="Jhony Gomez" userId="5f1ac8455e56f045" providerId="LiveId" clId="{E84C667A-187F-4064-B7B0-4E60D3583703}" dt="2026-10-03T07:10:22.348" v="1517"/>
          <ac:spMkLst>
            <pc:docMk/>
            <pc:sldMk cId="388262627" sldId="275"/>
            <ac:spMk id="7" creationId="{A7700515-AA2F-B20A-8CEF-9CF4495DD6E2}"/>
          </ac:spMkLst>
        </pc:spChg>
      </pc:sldChg>
      <pc:sldChg chg="addSp delSp modSp mod">
        <pc:chgData name="Jhony Gomez" userId="5f1ac8455e56f045" providerId="LiveId" clId="{E84C667A-187F-4064-B7B0-4E60D3583703}" dt="2026-10-03T07:10:47.911" v="1518" actId="313"/>
        <pc:sldMkLst>
          <pc:docMk/>
          <pc:sldMk cId="68466766" sldId="276"/>
        </pc:sldMkLst>
        <pc:spChg chg="mod">
          <ac:chgData name="Jhony Gomez" userId="5f1ac8455e56f045" providerId="LiveId" clId="{E84C667A-187F-4064-B7B0-4E60D3583703}" dt="2026-10-03T07:10:47.911" v="1518" actId="313"/>
          <ac:spMkLst>
            <pc:docMk/>
            <pc:sldMk cId="68466766" sldId="276"/>
            <ac:spMk id="2" creationId="{E8E3BDA8-CF76-F24C-561C-C57560790E57}"/>
          </ac:spMkLst>
        </pc:spChg>
        <pc:spChg chg="del mod">
          <ac:chgData name="Jhony Gomez" userId="5f1ac8455e56f045" providerId="LiveId" clId="{E84C667A-187F-4064-B7B0-4E60D3583703}" dt="2026-10-02T22:03:43.675" v="956" actId="478"/>
          <ac:spMkLst>
            <pc:docMk/>
            <pc:sldMk cId="68466766" sldId="276"/>
            <ac:spMk id="3" creationId="{42797C48-927F-4A69-5E55-D45158A4622F}"/>
          </ac:spMkLst>
        </pc:spChg>
        <pc:spChg chg="add mod">
          <ac:chgData name="Jhony Gomez" userId="5f1ac8455e56f045" providerId="LiveId" clId="{E84C667A-187F-4064-B7B0-4E60D3583703}" dt="2026-10-02T22:03:54.357" v="959"/>
          <ac:spMkLst>
            <pc:docMk/>
            <pc:sldMk cId="68466766" sldId="276"/>
            <ac:spMk id="5" creationId="{915E2AD0-D9A4-31C8-2E91-C6B686D4C347}"/>
          </ac:spMkLst>
        </pc:spChg>
        <pc:spChg chg="add del mod">
          <ac:chgData name="Jhony Gomez" userId="5f1ac8455e56f045" providerId="LiveId" clId="{E84C667A-187F-4064-B7B0-4E60D3583703}" dt="2026-10-02T22:03:47.010" v="957" actId="478"/>
          <ac:spMkLst>
            <pc:docMk/>
            <pc:sldMk cId="68466766" sldId="276"/>
            <ac:spMk id="7" creationId="{9363C5E2-A73C-CCE4-74EA-4FCC454A1108}"/>
          </ac:spMkLst>
        </pc:spChg>
      </pc:sldChg>
      <pc:sldChg chg="addSp delSp modSp mod">
        <pc:chgData name="Jhony Gomez" userId="5f1ac8455e56f045" providerId="LiveId" clId="{E84C667A-187F-4064-B7B0-4E60D3583703}" dt="2026-10-03T06:35:48.378" v="1334"/>
        <pc:sldMkLst>
          <pc:docMk/>
          <pc:sldMk cId="1997614909" sldId="277"/>
        </pc:sldMkLst>
        <pc:spChg chg="del mod">
          <ac:chgData name="Jhony Gomez" userId="5f1ac8455e56f045" providerId="LiveId" clId="{E84C667A-187F-4064-B7B0-4E60D3583703}" dt="2026-10-03T01:35:00.890" v="964" actId="478"/>
          <ac:spMkLst>
            <pc:docMk/>
            <pc:sldMk cId="1997614909" sldId="277"/>
            <ac:spMk id="3" creationId="{ABF2C08E-304B-E197-51F9-87DA3B33BFD4}"/>
          </ac:spMkLst>
        </pc:spChg>
        <pc:spChg chg="add mod">
          <ac:chgData name="Jhony Gomez" userId="5f1ac8455e56f045" providerId="LiveId" clId="{E84C667A-187F-4064-B7B0-4E60D3583703}" dt="2026-10-03T06:35:48.378" v="1334"/>
          <ac:spMkLst>
            <pc:docMk/>
            <pc:sldMk cId="1997614909" sldId="277"/>
            <ac:spMk id="4" creationId="{F4763A91-1FE9-9F17-8A1C-313036490912}"/>
          </ac:spMkLst>
        </pc:spChg>
      </pc:sldChg>
      <pc:sldChg chg="addSp delSp modSp add mod">
        <pc:chgData name="Jhony Gomez" userId="5f1ac8455e56f045" providerId="LiveId" clId="{E84C667A-187F-4064-B7B0-4E60D3583703}" dt="2026-10-03T05:52:51.741" v="1084"/>
        <pc:sldMkLst>
          <pc:docMk/>
          <pc:sldMk cId="67691997" sldId="278"/>
        </pc:sldMkLst>
        <pc:spChg chg="del mod">
          <ac:chgData name="Jhony Gomez" userId="5f1ac8455e56f045" providerId="LiveId" clId="{E84C667A-187F-4064-B7B0-4E60D3583703}" dt="2026-10-02T21:15:38.157" v="790" actId="478"/>
          <ac:spMkLst>
            <pc:docMk/>
            <pc:sldMk cId="67691997" sldId="278"/>
            <ac:spMk id="2" creationId="{C211C435-ED52-9B98-5C15-A49941DA4927}"/>
          </ac:spMkLst>
        </pc:spChg>
        <pc:spChg chg="add mod">
          <ac:chgData name="Jhony Gomez" userId="5f1ac8455e56f045" providerId="LiveId" clId="{E84C667A-187F-4064-B7B0-4E60D3583703}" dt="2026-10-03T05:52:37.466" v="1083"/>
          <ac:spMkLst>
            <pc:docMk/>
            <pc:sldMk cId="67691997" sldId="278"/>
            <ac:spMk id="5" creationId="{2DE34A13-28F4-435E-618D-3B80FE82599A}"/>
          </ac:spMkLst>
        </pc:spChg>
        <pc:spChg chg="mod">
          <ac:chgData name="Jhony Gomez" userId="5f1ac8455e56f045" providerId="LiveId" clId="{E84C667A-187F-4064-B7B0-4E60D3583703}" dt="2026-10-03T05:52:51.741" v="1084"/>
          <ac:spMkLst>
            <pc:docMk/>
            <pc:sldMk cId="67691997" sldId="278"/>
            <ac:spMk id="9" creationId="{2CB7918C-9539-5D14-ED59-B63CA11E58F2}"/>
          </ac:spMkLst>
        </pc:spChg>
        <pc:picChg chg="mod">
          <ac:chgData name="Jhony Gomez" userId="5f1ac8455e56f045" providerId="LiveId" clId="{E84C667A-187F-4064-B7B0-4E60D3583703}" dt="2026-10-03T05:25:34.492" v="996" actId="1076"/>
          <ac:picMkLst>
            <pc:docMk/>
            <pc:sldMk cId="67691997" sldId="278"/>
            <ac:picMk id="4" creationId="{9D65E5E8-890B-2E54-3C23-71DD72A151A7}"/>
          </ac:picMkLst>
        </pc:picChg>
        <pc:picChg chg="mod">
          <ac:chgData name="Jhony Gomez" userId="5f1ac8455e56f045" providerId="LiveId" clId="{E84C667A-187F-4064-B7B0-4E60D3583703}" dt="2026-10-03T05:24:50.851" v="988" actId="1076"/>
          <ac:picMkLst>
            <pc:docMk/>
            <pc:sldMk cId="67691997" sldId="278"/>
            <ac:picMk id="8" creationId="{CCB062B9-50F6-9C06-8D70-5747BC215C74}"/>
          </ac:picMkLst>
        </pc:picChg>
      </pc:sldChg>
      <pc:sldChg chg="addSp delSp modSp add del mod">
        <pc:chgData name="Jhony Gomez" userId="5f1ac8455e56f045" providerId="LiveId" clId="{E84C667A-187F-4064-B7B0-4E60D3583703}" dt="2026-10-02T20:45:28.098" v="732" actId="47"/>
        <pc:sldMkLst>
          <pc:docMk/>
          <pc:sldMk cId="3897807893" sldId="278"/>
        </pc:sldMkLst>
        <pc:spChg chg="mod">
          <ac:chgData name="Jhony Gomez" userId="5f1ac8455e56f045" providerId="LiveId" clId="{E84C667A-187F-4064-B7B0-4E60D3583703}" dt="2026-10-02T19:29:01.272" v="636" actId="1076"/>
          <ac:spMkLst>
            <pc:docMk/>
            <pc:sldMk cId="3897807893" sldId="278"/>
            <ac:spMk id="3" creationId="{78B687B9-9135-1722-1491-755A765B57C3}"/>
          </ac:spMkLst>
        </pc:spChg>
        <pc:spChg chg="del">
          <ac:chgData name="Jhony Gomez" userId="5f1ac8455e56f045" providerId="LiveId" clId="{E84C667A-187F-4064-B7B0-4E60D3583703}" dt="2026-10-02T19:28:10.736" v="591" actId="478"/>
          <ac:spMkLst>
            <pc:docMk/>
            <pc:sldMk cId="3897807893" sldId="278"/>
            <ac:spMk id="6" creationId="{153B3A20-0D1C-2FAF-D86C-6BCCC276D8C2}"/>
          </ac:spMkLst>
        </pc:spChg>
        <pc:spChg chg="add mod">
          <ac:chgData name="Jhony Gomez" userId="5f1ac8455e56f045" providerId="LiveId" clId="{E84C667A-187F-4064-B7B0-4E60D3583703}" dt="2026-10-02T19:28:06.035" v="590" actId="20577"/>
          <ac:spMkLst>
            <pc:docMk/>
            <pc:sldMk cId="3897807893" sldId="278"/>
            <ac:spMk id="7" creationId="{C8238AF7-741C-407A-271D-5755C69BADAA}"/>
          </ac:spMkLst>
        </pc:spChg>
        <pc:picChg chg="mod">
          <ac:chgData name="Jhony Gomez" userId="5f1ac8455e56f045" providerId="LiveId" clId="{E84C667A-187F-4064-B7B0-4E60D3583703}" dt="2026-10-02T19:29:05.885" v="645" actId="1036"/>
          <ac:picMkLst>
            <pc:docMk/>
            <pc:sldMk cId="3897807893" sldId="278"/>
            <ac:picMk id="4" creationId="{CBDFBA86-BBD4-6CE2-F781-9FCC6C516CFF}"/>
          </ac:picMkLst>
        </pc:picChg>
        <pc:picChg chg="mod">
          <ac:chgData name="Jhony Gomez" userId="5f1ac8455e56f045" providerId="LiveId" clId="{E84C667A-187F-4064-B7B0-4E60D3583703}" dt="2026-10-02T19:29:05.885" v="645" actId="1036"/>
          <ac:picMkLst>
            <pc:docMk/>
            <pc:sldMk cId="3897807893" sldId="278"/>
            <ac:picMk id="5" creationId="{52BA621B-18D1-DBAB-3E62-BC53A781EC19}"/>
          </ac:picMkLst>
        </pc:picChg>
      </pc:sldChg>
      <pc:sldChg chg="modSp add del mod">
        <pc:chgData name="Jhony Gomez" userId="5f1ac8455e56f045" providerId="LiveId" clId="{E84C667A-187F-4064-B7B0-4E60D3583703}" dt="2026-10-02T20:45:28.098" v="732" actId="47"/>
        <pc:sldMkLst>
          <pc:docMk/>
          <pc:sldMk cId="285759063" sldId="279"/>
        </pc:sldMkLst>
        <pc:spChg chg="mod">
          <ac:chgData name="Jhony Gomez" userId="5f1ac8455e56f045" providerId="LiveId" clId="{E84C667A-187F-4064-B7B0-4E60D3583703}" dt="2026-10-02T19:45:54.065" v="652"/>
          <ac:spMkLst>
            <pc:docMk/>
            <pc:sldMk cId="285759063" sldId="279"/>
            <ac:spMk id="3" creationId="{8DFAC172-FA11-0344-6503-EC643169FC94}"/>
          </ac:spMkLst>
        </pc:spChg>
        <pc:spChg chg="mod">
          <ac:chgData name="Jhony Gomez" userId="5f1ac8455e56f045" providerId="LiveId" clId="{E84C667A-187F-4064-B7B0-4E60D3583703}" dt="2026-10-02T19:45:42.944" v="651"/>
          <ac:spMkLst>
            <pc:docMk/>
            <pc:sldMk cId="285759063" sldId="279"/>
            <ac:spMk id="7" creationId="{76982BC5-6CF4-E0A0-AED6-BCED55DB225C}"/>
          </ac:spMkLst>
        </pc:spChg>
        <pc:picChg chg="mod">
          <ac:chgData name="Jhony Gomez" userId="5f1ac8455e56f045" providerId="LiveId" clId="{E84C667A-187F-4064-B7B0-4E60D3583703}" dt="2026-10-02T19:45:13.313" v="650" actId="14826"/>
          <ac:picMkLst>
            <pc:docMk/>
            <pc:sldMk cId="285759063" sldId="279"/>
            <ac:picMk id="4" creationId="{FCA65178-732A-7F2C-C772-BC573E03D326}"/>
          </ac:picMkLst>
        </pc:picChg>
        <pc:picChg chg="mod">
          <ac:chgData name="Jhony Gomez" userId="5f1ac8455e56f045" providerId="LiveId" clId="{E84C667A-187F-4064-B7B0-4E60D3583703}" dt="2026-10-02T19:43:59.152" v="649" actId="14826"/>
          <ac:picMkLst>
            <pc:docMk/>
            <pc:sldMk cId="285759063" sldId="279"/>
            <ac:picMk id="5" creationId="{A6F2EA18-BE69-29A9-AC8F-611AD637002E}"/>
          </ac:picMkLst>
        </pc:picChg>
      </pc:sldChg>
      <pc:sldChg chg="modSp add del mod">
        <pc:chgData name="Jhony Gomez" userId="5f1ac8455e56f045" providerId="LiveId" clId="{E84C667A-187F-4064-B7B0-4E60D3583703}" dt="2026-10-02T21:02:25.204" v="770" actId="47"/>
        <pc:sldMkLst>
          <pc:docMk/>
          <pc:sldMk cId="943497650" sldId="279"/>
        </pc:sldMkLst>
        <pc:picChg chg="mod">
          <ac:chgData name="Jhony Gomez" userId="5f1ac8455e56f045" providerId="LiveId" clId="{E84C667A-187F-4064-B7B0-4E60D3583703}" dt="2026-10-02T20:47:19.153" v="738" actId="1076"/>
          <ac:picMkLst>
            <pc:docMk/>
            <pc:sldMk cId="943497650" sldId="279"/>
            <ac:picMk id="6" creationId="{5209BCE1-D0F3-DD73-E08B-81F41FDE569C}"/>
          </ac:picMkLst>
        </pc:picChg>
      </pc:sldChg>
      <pc:sldChg chg="modSp add del mod">
        <pc:chgData name="Jhony Gomez" userId="5f1ac8455e56f045" providerId="LiveId" clId="{E84C667A-187F-4064-B7B0-4E60D3583703}" dt="2026-10-02T20:45:28.098" v="732" actId="47"/>
        <pc:sldMkLst>
          <pc:docMk/>
          <pc:sldMk cId="1766772932" sldId="280"/>
        </pc:sldMkLst>
        <pc:spChg chg="mod">
          <ac:chgData name="Jhony Gomez" userId="5f1ac8455e56f045" providerId="LiveId" clId="{E84C667A-187F-4064-B7B0-4E60D3583703}" dt="2026-10-02T19:46:34.414" v="655"/>
          <ac:spMkLst>
            <pc:docMk/>
            <pc:sldMk cId="1766772932" sldId="280"/>
            <ac:spMk id="3" creationId="{0E2946F9-64BA-9E95-5D25-79F8D5A29BF9}"/>
          </ac:spMkLst>
        </pc:spChg>
        <pc:spChg chg="mod">
          <ac:chgData name="Jhony Gomez" userId="5f1ac8455e56f045" providerId="LiveId" clId="{E84C667A-187F-4064-B7B0-4E60D3583703}" dt="2026-10-02T19:46:25.553" v="654"/>
          <ac:spMkLst>
            <pc:docMk/>
            <pc:sldMk cId="1766772932" sldId="280"/>
            <ac:spMk id="7" creationId="{825AC570-4189-F102-87E7-A57592BF730D}"/>
          </ac:spMkLst>
        </pc:spChg>
        <pc:picChg chg="mod">
          <ac:chgData name="Jhony Gomez" userId="5f1ac8455e56f045" providerId="LiveId" clId="{E84C667A-187F-4064-B7B0-4E60D3583703}" dt="2026-10-02T19:51:48.142" v="660" actId="14826"/>
          <ac:picMkLst>
            <pc:docMk/>
            <pc:sldMk cId="1766772932" sldId="280"/>
            <ac:picMk id="4" creationId="{4B9E3327-518C-865D-792A-CC6E880A887F}"/>
          </ac:picMkLst>
        </pc:picChg>
        <pc:picChg chg="mod">
          <ac:chgData name="Jhony Gomez" userId="5f1ac8455e56f045" providerId="LiveId" clId="{E84C667A-187F-4064-B7B0-4E60D3583703}" dt="2026-10-02T19:51:06.009" v="659" actId="14826"/>
          <ac:picMkLst>
            <pc:docMk/>
            <pc:sldMk cId="1766772932" sldId="280"/>
            <ac:picMk id="5" creationId="{63E24D86-FE81-6CC7-0BA5-87DBB985DA27}"/>
          </ac:picMkLst>
        </pc:picChg>
      </pc:sldChg>
      <pc:sldChg chg="addSp delSp modSp add mod">
        <pc:chgData name="Jhony Gomez" userId="5f1ac8455e56f045" providerId="LiveId" clId="{E84C667A-187F-4064-B7B0-4E60D3583703}" dt="2026-10-03T05:54:38.897" v="1119" actId="1076"/>
        <pc:sldMkLst>
          <pc:docMk/>
          <pc:sldMk cId="4205287880" sldId="280"/>
        </pc:sldMkLst>
        <pc:spChg chg="del">
          <ac:chgData name="Jhony Gomez" userId="5f1ac8455e56f045" providerId="LiveId" clId="{E84C667A-187F-4064-B7B0-4E60D3583703}" dt="2026-10-02T21:03:11.348" v="773" actId="478"/>
          <ac:spMkLst>
            <pc:docMk/>
            <pc:sldMk cId="4205287880" sldId="280"/>
            <ac:spMk id="2" creationId="{B1D2CE0C-EAD2-74D0-E2CA-C99E3A4E3711}"/>
          </ac:spMkLst>
        </pc:spChg>
        <pc:spChg chg="add mod">
          <ac:chgData name="Jhony Gomez" userId="5f1ac8455e56f045" providerId="LiveId" clId="{E84C667A-187F-4064-B7B0-4E60D3583703}" dt="2026-10-03T05:54:35.296" v="1118" actId="404"/>
          <ac:spMkLst>
            <pc:docMk/>
            <pc:sldMk cId="4205287880" sldId="280"/>
            <ac:spMk id="3" creationId="{07B2D4CB-D01F-06F9-F206-9A487B9641D5}"/>
          </ac:spMkLst>
        </pc:spChg>
        <pc:spChg chg="add del mod">
          <ac:chgData name="Jhony Gomez" userId="5f1ac8455e56f045" providerId="LiveId" clId="{E84C667A-187F-4064-B7B0-4E60D3583703}" dt="2026-10-02T21:03:14.520" v="774" actId="478"/>
          <ac:spMkLst>
            <pc:docMk/>
            <pc:sldMk cId="4205287880" sldId="280"/>
            <ac:spMk id="5" creationId="{575B0CEB-6C17-5622-3BCD-916B2C7CF3EC}"/>
          </ac:spMkLst>
        </pc:spChg>
        <pc:spChg chg="mod">
          <ac:chgData name="Jhony Gomez" userId="5f1ac8455e56f045" providerId="LiveId" clId="{E84C667A-187F-4064-B7B0-4E60D3583703}" dt="2026-10-03T05:53:25.058" v="1085"/>
          <ac:spMkLst>
            <pc:docMk/>
            <pc:sldMk cId="4205287880" sldId="280"/>
            <ac:spMk id="9" creationId="{21D2C099-A3B4-8593-48F9-D1C85A03C804}"/>
          </ac:spMkLst>
        </pc:spChg>
        <pc:picChg chg="del mod">
          <ac:chgData name="Jhony Gomez" userId="5f1ac8455e56f045" providerId="LiveId" clId="{E84C667A-187F-4064-B7B0-4E60D3583703}" dt="2026-10-03T05:27:23.098" v="1003" actId="478"/>
          <ac:picMkLst>
            <pc:docMk/>
            <pc:sldMk cId="4205287880" sldId="280"/>
            <ac:picMk id="4" creationId="{80EF7478-4D04-3BFD-49D3-C3D9417DB01E}"/>
          </ac:picMkLst>
        </pc:picChg>
        <pc:picChg chg="mod">
          <ac:chgData name="Jhony Gomez" userId="5f1ac8455e56f045" providerId="LiveId" clId="{E84C667A-187F-4064-B7B0-4E60D3583703}" dt="2026-10-03T05:54:38.897" v="1119" actId="1076"/>
          <ac:picMkLst>
            <pc:docMk/>
            <pc:sldMk cId="4205287880" sldId="280"/>
            <ac:picMk id="8" creationId="{7A5EEBB1-D09B-41D3-5116-97B5E66F82C2}"/>
          </ac:picMkLst>
        </pc:picChg>
      </pc:sldChg>
      <pc:sldChg chg="addSp delSp modSp add mod">
        <pc:chgData name="Jhony Gomez" userId="5f1ac8455e56f045" providerId="LiveId" clId="{E84C667A-187F-4064-B7B0-4E60D3583703}" dt="2026-10-03T05:55:38.737" v="1127" actId="1076"/>
        <pc:sldMkLst>
          <pc:docMk/>
          <pc:sldMk cId="959373400" sldId="281"/>
        </pc:sldMkLst>
        <pc:spChg chg="del mod">
          <ac:chgData name="Jhony Gomez" userId="5f1ac8455e56f045" providerId="LiveId" clId="{E84C667A-187F-4064-B7B0-4E60D3583703}" dt="2026-10-02T21:10:35.192" v="787" actId="478"/>
          <ac:spMkLst>
            <pc:docMk/>
            <pc:sldMk cId="959373400" sldId="281"/>
            <ac:spMk id="2" creationId="{D971110B-B1E0-4E58-AB86-804B31E7C116}"/>
          </ac:spMkLst>
        </pc:spChg>
        <pc:spChg chg="add mod">
          <ac:chgData name="Jhony Gomez" userId="5f1ac8455e56f045" providerId="LiveId" clId="{E84C667A-187F-4064-B7B0-4E60D3583703}" dt="2026-10-03T05:55:12.773" v="1121" actId="1076"/>
          <ac:spMkLst>
            <pc:docMk/>
            <pc:sldMk cId="959373400" sldId="281"/>
            <ac:spMk id="5" creationId="{D4BBE4C0-6F0E-1D7F-CD28-A5EDB800FBE1}"/>
          </ac:spMkLst>
        </pc:spChg>
        <pc:spChg chg="mod">
          <ac:chgData name="Jhony Gomez" userId="5f1ac8455e56f045" providerId="LiveId" clId="{E84C667A-187F-4064-B7B0-4E60D3583703}" dt="2026-10-03T05:55:38.737" v="1127" actId="1076"/>
          <ac:spMkLst>
            <pc:docMk/>
            <pc:sldMk cId="959373400" sldId="281"/>
            <ac:spMk id="9" creationId="{51B24BDB-B602-0CC6-A691-E9F4AFD4093D}"/>
          </ac:spMkLst>
        </pc:spChg>
        <pc:picChg chg="add mod">
          <ac:chgData name="Jhony Gomez" userId="5f1ac8455e56f045" providerId="LiveId" clId="{E84C667A-187F-4064-B7B0-4E60D3583703}" dt="2026-10-03T05:30:57.058" v="1035" actId="14100"/>
          <ac:picMkLst>
            <pc:docMk/>
            <pc:sldMk cId="959373400" sldId="281"/>
            <ac:picMk id="3" creationId="{68B93FD0-2E36-3121-FB87-4C028A984286}"/>
          </ac:picMkLst>
        </pc:picChg>
        <pc:picChg chg="del mod">
          <ac:chgData name="Jhony Gomez" userId="5f1ac8455e56f045" providerId="LiveId" clId="{E84C667A-187F-4064-B7B0-4E60D3583703}" dt="2026-10-03T05:29:50.925" v="1016" actId="478"/>
          <ac:picMkLst>
            <pc:docMk/>
            <pc:sldMk cId="959373400" sldId="281"/>
            <ac:picMk id="4" creationId="{974C8B9A-7964-0804-7EA6-47BBAF36CE4F}"/>
          </ac:picMkLst>
        </pc:picChg>
        <pc:picChg chg="add mod">
          <ac:chgData name="Jhony Gomez" userId="5f1ac8455e56f045" providerId="LiveId" clId="{E84C667A-187F-4064-B7B0-4E60D3583703}" dt="2026-10-03T05:30:50.309" v="1033" actId="1076"/>
          <ac:picMkLst>
            <pc:docMk/>
            <pc:sldMk cId="959373400" sldId="281"/>
            <ac:picMk id="7" creationId="{C01D01FC-858E-5AE9-6E53-63BB7CEA19FB}"/>
          </ac:picMkLst>
        </pc:picChg>
        <pc:picChg chg="del mod">
          <ac:chgData name="Jhony Gomez" userId="5f1ac8455e56f045" providerId="LiveId" clId="{E84C667A-187F-4064-B7B0-4E60D3583703}" dt="2026-10-03T05:29:44.874" v="1014" actId="478"/>
          <ac:picMkLst>
            <pc:docMk/>
            <pc:sldMk cId="959373400" sldId="281"/>
            <ac:picMk id="8" creationId="{8E7F5A8D-139D-BCDF-EE09-46F8E75072D9}"/>
          </ac:picMkLst>
        </pc:picChg>
      </pc:sldChg>
      <pc:sldChg chg="modSp add del mod">
        <pc:chgData name="Jhony Gomez" userId="5f1ac8455e56f045" providerId="LiveId" clId="{E84C667A-187F-4064-B7B0-4E60D3583703}" dt="2026-10-02T20:45:28.098" v="732" actId="47"/>
        <pc:sldMkLst>
          <pc:docMk/>
          <pc:sldMk cId="1238367264" sldId="281"/>
        </pc:sldMkLst>
        <pc:spChg chg="mod">
          <ac:chgData name="Jhony Gomez" userId="5f1ac8455e56f045" providerId="LiveId" clId="{E84C667A-187F-4064-B7B0-4E60D3583703}" dt="2026-10-02T19:46:49.536" v="657"/>
          <ac:spMkLst>
            <pc:docMk/>
            <pc:sldMk cId="1238367264" sldId="281"/>
            <ac:spMk id="3" creationId="{CDEA7394-43BA-F159-EB4B-E2F95BCEAE22}"/>
          </ac:spMkLst>
        </pc:spChg>
        <pc:spChg chg="mod">
          <ac:chgData name="Jhony Gomez" userId="5f1ac8455e56f045" providerId="LiveId" clId="{E84C667A-187F-4064-B7B0-4E60D3583703}" dt="2026-10-02T19:46:59.260" v="658"/>
          <ac:spMkLst>
            <pc:docMk/>
            <pc:sldMk cId="1238367264" sldId="281"/>
            <ac:spMk id="7" creationId="{7ABCD1DD-11E4-E448-190A-CBF63423C1FC}"/>
          </ac:spMkLst>
        </pc:spChg>
        <pc:picChg chg="mod">
          <ac:chgData name="Jhony Gomez" userId="5f1ac8455e56f045" providerId="LiveId" clId="{E84C667A-187F-4064-B7B0-4E60D3583703}" dt="2026-10-02T19:53:32.341" v="662" actId="14826"/>
          <ac:picMkLst>
            <pc:docMk/>
            <pc:sldMk cId="1238367264" sldId="281"/>
            <ac:picMk id="4" creationId="{7F137D41-6368-951F-0D39-EEC812DE4E05}"/>
          </ac:picMkLst>
        </pc:picChg>
        <pc:picChg chg="mod">
          <ac:chgData name="Jhony Gomez" userId="5f1ac8455e56f045" providerId="LiveId" clId="{E84C667A-187F-4064-B7B0-4E60D3583703}" dt="2026-10-02T19:52:32.645" v="661" actId="14826"/>
          <ac:picMkLst>
            <pc:docMk/>
            <pc:sldMk cId="1238367264" sldId="281"/>
            <ac:picMk id="5" creationId="{8B817979-FADF-C2E2-3201-53E42592CDA2}"/>
          </ac:picMkLst>
        </pc:picChg>
      </pc:sldChg>
      <pc:sldChg chg="add del">
        <pc:chgData name="Jhony Gomez" userId="5f1ac8455e56f045" providerId="LiveId" clId="{E84C667A-187F-4064-B7B0-4E60D3583703}" dt="2026-10-02T21:02:15.702" v="768" actId="47"/>
        <pc:sldMkLst>
          <pc:docMk/>
          <pc:sldMk cId="179959219" sldId="282"/>
        </pc:sldMkLst>
      </pc:sldChg>
      <pc:sldChg chg="modSp add del mod">
        <pc:chgData name="Jhony Gomez" userId="5f1ac8455e56f045" providerId="LiveId" clId="{E84C667A-187F-4064-B7B0-4E60D3583703}" dt="2026-10-02T20:45:28.098" v="732" actId="47"/>
        <pc:sldMkLst>
          <pc:docMk/>
          <pc:sldMk cId="1629451263" sldId="282"/>
        </pc:sldMkLst>
        <pc:spChg chg="mod">
          <ac:chgData name="Jhony Gomez" userId="5f1ac8455e56f045" providerId="LiveId" clId="{E84C667A-187F-4064-B7B0-4E60D3583703}" dt="2026-10-02T20:15:05.658" v="684" actId="20577"/>
          <ac:spMkLst>
            <pc:docMk/>
            <pc:sldMk cId="1629451263" sldId="282"/>
            <ac:spMk id="7" creationId="{9BB76030-D906-F57F-7F38-1821917A585E}"/>
          </ac:spMkLst>
        </pc:spChg>
        <pc:picChg chg="mod">
          <ac:chgData name="Jhony Gomez" userId="5f1ac8455e56f045" providerId="LiveId" clId="{E84C667A-187F-4064-B7B0-4E60D3583703}" dt="2026-10-02T20:11:19.559" v="665" actId="14826"/>
          <ac:picMkLst>
            <pc:docMk/>
            <pc:sldMk cId="1629451263" sldId="282"/>
            <ac:picMk id="4" creationId="{590E901A-2218-7E5E-E627-A7A7278E716D}"/>
          </ac:picMkLst>
        </pc:picChg>
        <pc:picChg chg="mod">
          <ac:chgData name="Jhony Gomez" userId="5f1ac8455e56f045" providerId="LiveId" clId="{E84C667A-187F-4064-B7B0-4E60D3583703}" dt="2026-10-02T20:10:01.694" v="664" actId="14826"/>
          <ac:picMkLst>
            <pc:docMk/>
            <pc:sldMk cId="1629451263" sldId="282"/>
            <ac:picMk id="5" creationId="{B9A4A4FD-CC8F-DE06-324E-48B7581CDCB1}"/>
          </ac:picMkLst>
        </pc:picChg>
      </pc:sldChg>
      <pc:sldChg chg="addSp delSp modSp add mod ord">
        <pc:chgData name="Jhony Gomez" userId="5f1ac8455e56f045" providerId="LiveId" clId="{E84C667A-187F-4064-B7B0-4E60D3583703}" dt="2026-10-03T06:16:56.979" v="1222" actId="14100"/>
        <pc:sldMkLst>
          <pc:docMk/>
          <pc:sldMk cId="1856416694" sldId="282"/>
        </pc:sldMkLst>
        <pc:spChg chg="del mod">
          <ac:chgData name="Jhony Gomez" userId="5f1ac8455e56f045" providerId="LiveId" clId="{E84C667A-187F-4064-B7B0-4E60D3583703}" dt="2026-10-02T21:23:03.184" v="813" actId="478"/>
          <ac:spMkLst>
            <pc:docMk/>
            <pc:sldMk cId="1856416694" sldId="282"/>
            <ac:spMk id="5" creationId="{C73D641A-7B35-FE89-166E-87EA7D4BC5C9}"/>
          </ac:spMkLst>
        </pc:spChg>
        <pc:spChg chg="add del mod">
          <ac:chgData name="Jhony Gomez" userId="5f1ac8455e56f045" providerId="LiveId" clId="{E84C667A-187F-4064-B7B0-4E60D3583703}" dt="2026-10-02T21:53:57.301" v="921" actId="478"/>
          <ac:spMkLst>
            <pc:docMk/>
            <pc:sldMk cId="1856416694" sldId="282"/>
            <ac:spMk id="7" creationId="{48935E41-2E5E-D033-EF8A-A4D08D00DD7A}"/>
          </ac:spMkLst>
        </pc:spChg>
        <pc:spChg chg="mod">
          <ac:chgData name="Jhony Gomez" userId="5f1ac8455e56f045" providerId="LiveId" clId="{E84C667A-187F-4064-B7B0-4E60D3583703}" dt="2026-10-03T06:15:19.631" v="1182" actId="2710"/>
          <ac:spMkLst>
            <pc:docMk/>
            <pc:sldMk cId="1856416694" sldId="282"/>
            <ac:spMk id="9" creationId="{2CA6B2E6-64F5-1B7A-D12F-25F2A19F993F}"/>
          </ac:spMkLst>
        </pc:spChg>
        <pc:spChg chg="add mod">
          <ac:chgData name="Jhony Gomez" userId="5f1ac8455e56f045" providerId="LiveId" clId="{E84C667A-187F-4064-B7B0-4E60D3583703}" dt="2026-10-03T06:16:56.979" v="1222" actId="14100"/>
          <ac:spMkLst>
            <pc:docMk/>
            <pc:sldMk cId="1856416694" sldId="282"/>
            <ac:spMk id="11" creationId="{98FCDC6A-808B-2DD8-F3C8-45B2EEE1DA8D}"/>
          </ac:spMkLst>
        </pc:spChg>
        <pc:picChg chg="add del mod">
          <ac:chgData name="Jhony Gomez" userId="5f1ac8455e56f045" providerId="LiveId" clId="{E84C667A-187F-4064-B7B0-4E60D3583703}" dt="2026-10-03T06:10:39.845" v="1155" actId="478"/>
          <ac:picMkLst>
            <pc:docMk/>
            <pc:sldMk cId="1856416694" sldId="282"/>
            <ac:picMk id="3" creationId="{EB3EF2BA-7219-29CD-79F0-3716BB313656}"/>
          </ac:picMkLst>
        </pc:picChg>
        <pc:picChg chg="del mod">
          <ac:chgData name="Jhony Gomez" userId="5f1ac8455e56f045" providerId="LiveId" clId="{E84C667A-187F-4064-B7B0-4E60D3583703}" dt="2026-10-03T06:10:41.568" v="1156" actId="478"/>
          <ac:picMkLst>
            <pc:docMk/>
            <pc:sldMk cId="1856416694" sldId="282"/>
            <ac:picMk id="4" creationId="{CD177C5F-D84A-DDDA-1F5C-B089BBC34477}"/>
          </ac:picMkLst>
        </pc:picChg>
        <pc:picChg chg="add mod">
          <ac:chgData name="Jhony Gomez" userId="5f1ac8455e56f045" providerId="LiveId" clId="{E84C667A-187F-4064-B7B0-4E60D3583703}" dt="2026-10-03T06:11:46.704" v="1164" actId="14100"/>
          <ac:picMkLst>
            <pc:docMk/>
            <pc:sldMk cId="1856416694" sldId="282"/>
            <ac:picMk id="5" creationId="{B439D6C9-F414-10F9-0CB2-A1A0DAF640F3}"/>
          </ac:picMkLst>
        </pc:picChg>
        <pc:picChg chg="del mod">
          <ac:chgData name="Jhony Gomez" userId="5f1ac8455e56f045" providerId="LiveId" clId="{E84C667A-187F-4064-B7B0-4E60D3583703}" dt="2026-10-02T21:22:22.466" v="806" actId="478"/>
          <ac:picMkLst>
            <pc:docMk/>
            <pc:sldMk cId="1856416694" sldId="282"/>
            <ac:picMk id="8" creationId="{9319175E-4FF1-5E66-5065-6FD85DC0BBBA}"/>
          </ac:picMkLst>
        </pc:picChg>
      </pc:sldChg>
      <pc:sldChg chg="delSp modSp add del mod">
        <pc:chgData name="Jhony Gomez" userId="5f1ac8455e56f045" providerId="LiveId" clId="{E84C667A-187F-4064-B7B0-4E60D3583703}" dt="2026-10-02T21:31:09.181" v="834" actId="47"/>
        <pc:sldMkLst>
          <pc:docMk/>
          <pc:sldMk cId="933125987" sldId="283"/>
        </pc:sldMkLst>
        <pc:spChg chg="del">
          <ac:chgData name="Jhony Gomez" userId="5f1ac8455e56f045" providerId="LiveId" clId="{E84C667A-187F-4064-B7B0-4E60D3583703}" dt="2026-10-02T21:29:59.556" v="826" actId="478"/>
          <ac:spMkLst>
            <pc:docMk/>
            <pc:sldMk cId="933125987" sldId="283"/>
            <ac:spMk id="5" creationId="{DF18201D-48A1-7D60-9146-D6A0023C4D86}"/>
          </ac:spMkLst>
        </pc:spChg>
        <pc:spChg chg="mod">
          <ac:chgData name="Jhony Gomez" userId="5f1ac8455e56f045" providerId="LiveId" clId="{E84C667A-187F-4064-B7B0-4E60D3583703}" dt="2026-10-02T21:30:52.376" v="831" actId="14100"/>
          <ac:spMkLst>
            <pc:docMk/>
            <pc:sldMk cId="933125987" sldId="283"/>
            <ac:spMk id="9" creationId="{33F152E9-FCBD-D39B-C809-879B0A08474C}"/>
          </ac:spMkLst>
        </pc:spChg>
      </pc:sldChg>
      <pc:sldChg chg="modSp add del mod">
        <pc:chgData name="Jhony Gomez" userId="5f1ac8455e56f045" providerId="LiveId" clId="{E84C667A-187F-4064-B7B0-4E60D3583703}" dt="2026-10-02T20:45:28.098" v="732" actId="47"/>
        <pc:sldMkLst>
          <pc:docMk/>
          <pc:sldMk cId="1243272698" sldId="283"/>
        </pc:sldMkLst>
        <pc:spChg chg="mod">
          <ac:chgData name="Jhony Gomez" userId="5f1ac8455e56f045" providerId="LiveId" clId="{E84C667A-187F-4064-B7B0-4E60D3583703}" dt="2026-10-02T20:15:18.236" v="691" actId="20577"/>
          <ac:spMkLst>
            <pc:docMk/>
            <pc:sldMk cId="1243272698" sldId="283"/>
            <ac:spMk id="7" creationId="{08FCC4DC-9C80-46CE-098A-794D296FD18E}"/>
          </ac:spMkLst>
        </pc:spChg>
        <pc:picChg chg="mod">
          <ac:chgData name="Jhony Gomez" userId="5f1ac8455e56f045" providerId="LiveId" clId="{E84C667A-187F-4064-B7B0-4E60D3583703}" dt="2026-10-02T20:18:58.799" v="693" actId="14826"/>
          <ac:picMkLst>
            <pc:docMk/>
            <pc:sldMk cId="1243272698" sldId="283"/>
            <ac:picMk id="4" creationId="{46B38A03-C465-89CA-433B-253756E5ADC6}"/>
          </ac:picMkLst>
        </pc:picChg>
        <pc:picChg chg="mod">
          <ac:chgData name="Jhony Gomez" userId="5f1ac8455e56f045" providerId="LiveId" clId="{E84C667A-187F-4064-B7B0-4E60D3583703}" dt="2026-10-02T20:17:39.413" v="692" actId="14826"/>
          <ac:picMkLst>
            <pc:docMk/>
            <pc:sldMk cId="1243272698" sldId="283"/>
            <ac:picMk id="5" creationId="{EA4CE71A-412A-A845-2347-DD305FA1D023}"/>
          </ac:picMkLst>
        </pc:picChg>
      </pc:sldChg>
      <pc:sldChg chg="addSp delSp modSp add mod">
        <pc:chgData name="Jhony Gomez" userId="5f1ac8455e56f045" providerId="LiveId" clId="{E84C667A-187F-4064-B7B0-4E60D3583703}" dt="2026-10-03T05:58:00.630" v="1148" actId="1076"/>
        <pc:sldMkLst>
          <pc:docMk/>
          <pc:sldMk cId="3694816150" sldId="283"/>
        </pc:sldMkLst>
        <pc:spChg chg="mod">
          <ac:chgData name="Jhony Gomez" userId="5f1ac8455e56f045" providerId="LiveId" clId="{E84C667A-187F-4064-B7B0-4E60D3583703}" dt="2026-10-03T05:57:57.444" v="1147" actId="1076"/>
          <ac:spMkLst>
            <pc:docMk/>
            <pc:sldMk cId="3694816150" sldId="283"/>
            <ac:spMk id="7" creationId="{C1B75107-C201-2D6B-1ED5-A0363D0047FD}"/>
          </ac:spMkLst>
        </pc:spChg>
        <pc:spChg chg="mod">
          <ac:chgData name="Jhony Gomez" userId="5f1ac8455e56f045" providerId="LiveId" clId="{E84C667A-187F-4064-B7B0-4E60D3583703}" dt="2026-10-03T05:58:00.630" v="1148" actId="1076"/>
          <ac:spMkLst>
            <pc:docMk/>
            <pc:sldMk cId="3694816150" sldId="283"/>
            <ac:spMk id="9" creationId="{488452C3-331A-CC4A-718C-1CD4F5964723}"/>
          </ac:spMkLst>
        </pc:spChg>
        <pc:picChg chg="del mod">
          <ac:chgData name="Jhony Gomez" userId="5f1ac8455e56f045" providerId="LiveId" clId="{E84C667A-187F-4064-B7B0-4E60D3583703}" dt="2026-10-03T05:40:58.318" v="1052" actId="478"/>
          <ac:picMkLst>
            <pc:docMk/>
            <pc:sldMk cId="3694816150" sldId="283"/>
            <ac:picMk id="3" creationId="{CF93DF1F-4611-A738-5F3C-B0AFB7E15F8B}"/>
          </ac:picMkLst>
        </pc:picChg>
        <pc:picChg chg="del mod">
          <ac:chgData name="Jhony Gomez" userId="5f1ac8455e56f045" providerId="LiveId" clId="{E84C667A-187F-4064-B7B0-4E60D3583703}" dt="2026-10-03T05:40:56.737" v="1051" actId="478"/>
          <ac:picMkLst>
            <pc:docMk/>
            <pc:sldMk cId="3694816150" sldId="283"/>
            <ac:picMk id="4" creationId="{E6EE3D0C-580E-A869-7E57-8F5B85DA21D9}"/>
          </ac:picMkLst>
        </pc:picChg>
        <pc:picChg chg="add mod">
          <ac:chgData name="Jhony Gomez" userId="5f1ac8455e56f045" providerId="LiveId" clId="{E84C667A-187F-4064-B7B0-4E60D3583703}" dt="2026-10-03T05:42:15.252" v="1068" actId="14100"/>
          <ac:picMkLst>
            <pc:docMk/>
            <pc:sldMk cId="3694816150" sldId="283"/>
            <ac:picMk id="5" creationId="{D6C9207B-2356-4F5C-71FC-FD7D268E0AC0}"/>
          </ac:picMkLst>
        </pc:picChg>
        <pc:picChg chg="add mod">
          <ac:chgData name="Jhony Gomez" userId="5f1ac8455e56f045" providerId="LiveId" clId="{E84C667A-187F-4064-B7B0-4E60D3583703}" dt="2026-10-03T05:42:05.004" v="1065" actId="14100"/>
          <ac:picMkLst>
            <pc:docMk/>
            <pc:sldMk cId="3694816150" sldId="283"/>
            <ac:picMk id="8" creationId="{1E533D6E-D183-0321-5CC6-B0D8FAEC6B9E}"/>
          </ac:picMkLst>
        </pc:picChg>
      </pc:sldChg>
      <pc:sldChg chg="modSp add del mod">
        <pc:chgData name="Jhony Gomez" userId="5f1ac8455e56f045" providerId="LiveId" clId="{E84C667A-187F-4064-B7B0-4E60D3583703}" dt="2026-10-02T20:45:28.098" v="732" actId="47"/>
        <pc:sldMkLst>
          <pc:docMk/>
          <pc:sldMk cId="1566163351" sldId="284"/>
        </pc:sldMkLst>
        <pc:spChg chg="mod">
          <ac:chgData name="Jhony Gomez" userId="5f1ac8455e56f045" providerId="LiveId" clId="{E84C667A-187F-4064-B7B0-4E60D3583703}" dt="2026-10-02T20:20:00.745" v="696" actId="20577"/>
          <ac:spMkLst>
            <pc:docMk/>
            <pc:sldMk cId="1566163351" sldId="284"/>
            <ac:spMk id="7" creationId="{D7C5F24A-8443-4D94-202A-0A0DF01275EF}"/>
          </ac:spMkLst>
        </pc:spChg>
        <pc:picChg chg="mod">
          <ac:chgData name="Jhony Gomez" userId="5f1ac8455e56f045" providerId="LiveId" clId="{E84C667A-187F-4064-B7B0-4E60D3583703}" dt="2026-10-02T20:21:43.354" v="698" actId="14826"/>
          <ac:picMkLst>
            <pc:docMk/>
            <pc:sldMk cId="1566163351" sldId="284"/>
            <ac:picMk id="4" creationId="{EB99E518-F572-9A05-FDF2-52A0C5BAE981}"/>
          </ac:picMkLst>
        </pc:picChg>
        <pc:picChg chg="mod">
          <ac:chgData name="Jhony Gomez" userId="5f1ac8455e56f045" providerId="LiveId" clId="{E84C667A-187F-4064-B7B0-4E60D3583703}" dt="2026-10-02T20:20:45.977" v="697" actId="14826"/>
          <ac:picMkLst>
            <pc:docMk/>
            <pc:sldMk cId="1566163351" sldId="284"/>
            <ac:picMk id="5" creationId="{B67A0383-4DBB-12E2-E425-C856AB8827D0}"/>
          </ac:picMkLst>
        </pc:picChg>
      </pc:sldChg>
      <pc:sldChg chg="addSp delSp modSp add mod">
        <pc:chgData name="Jhony Gomez" userId="5f1ac8455e56f045" providerId="LiveId" clId="{E84C667A-187F-4064-B7B0-4E60D3583703}" dt="2026-10-03T05:57:22.282" v="1142" actId="1076"/>
        <pc:sldMkLst>
          <pc:docMk/>
          <pc:sldMk cId="2627952032" sldId="284"/>
        </pc:sldMkLst>
        <pc:spChg chg="add mod">
          <ac:chgData name="Jhony Gomez" userId="5f1ac8455e56f045" providerId="LiveId" clId="{E84C667A-187F-4064-B7B0-4E60D3583703}" dt="2026-10-03T05:56:32.798" v="1135" actId="113"/>
          <ac:spMkLst>
            <pc:docMk/>
            <pc:sldMk cId="2627952032" sldId="284"/>
            <ac:spMk id="5" creationId="{902F4699-52E0-C20A-53A4-6110F87AC86E}"/>
          </ac:spMkLst>
        </pc:spChg>
        <pc:spChg chg="mod">
          <ac:chgData name="Jhony Gomez" userId="5f1ac8455e56f045" providerId="LiveId" clId="{E84C667A-187F-4064-B7B0-4E60D3583703}" dt="2026-10-03T05:57:10.171" v="1140" actId="20577"/>
          <ac:spMkLst>
            <pc:docMk/>
            <pc:sldMk cId="2627952032" sldId="284"/>
            <ac:spMk id="7" creationId="{5E222D2D-5C93-C613-1682-C2AB3705CA2B}"/>
          </ac:spMkLst>
        </pc:spChg>
        <pc:spChg chg="del mod">
          <ac:chgData name="Jhony Gomez" userId="5f1ac8455e56f045" providerId="LiveId" clId="{E84C667A-187F-4064-B7B0-4E60D3583703}" dt="2026-10-03T05:39:44.086" v="1042" actId="478"/>
          <ac:spMkLst>
            <pc:docMk/>
            <pc:sldMk cId="2627952032" sldId="284"/>
            <ac:spMk id="9" creationId="{CBE8828A-CB94-9A8B-39F1-02457FA3A1D4}"/>
          </ac:spMkLst>
        </pc:spChg>
        <pc:picChg chg="del">
          <ac:chgData name="Jhony Gomez" userId="5f1ac8455e56f045" providerId="LiveId" clId="{E84C667A-187F-4064-B7B0-4E60D3583703}" dt="2026-10-03T05:39:39.953" v="1040" actId="478"/>
          <ac:picMkLst>
            <pc:docMk/>
            <pc:sldMk cId="2627952032" sldId="284"/>
            <ac:picMk id="3" creationId="{8FB3070B-7C8D-D6CA-88A9-80EF24B90EB4}"/>
          </ac:picMkLst>
        </pc:picChg>
        <pc:picChg chg="del">
          <ac:chgData name="Jhony Gomez" userId="5f1ac8455e56f045" providerId="LiveId" clId="{E84C667A-187F-4064-B7B0-4E60D3583703}" dt="2026-10-03T05:39:35.265" v="1039" actId="478"/>
          <ac:picMkLst>
            <pc:docMk/>
            <pc:sldMk cId="2627952032" sldId="284"/>
            <ac:picMk id="4" creationId="{65602069-301D-160F-B784-66A35211763F}"/>
          </ac:picMkLst>
        </pc:picChg>
        <pc:picChg chg="add mod">
          <ac:chgData name="Jhony Gomez" userId="5f1ac8455e56f045" providerId="LiveId" clId="{E84C667A-187F-4064-B7B0-4E60D3583703}" dt="2026-10-03T05:57:22.282" v="1142" actId="1076"/>
          <ac:picMkLst>
            <pc:docMk/>
            <pc:sldMk cId="2627952032" sldId="284"/>
            <ac:picMk id="6" creationId="{E3514E2A-852C-731F-AFCF-EB49DADAAA28}"/>
          </ac:picMkLst>
        </pc:picChg>
      </pc:sldChg>
      <pc:sldChg chg="addSp delSp modSp add mod">
        <pc:chgData name="Jhony Gomez" userId="5f1ac8455e56f045" providerId="LiveId" clId="{E84C667A-187F-4064-B7B0-4E60D3583703}" dt="2026-10-03T06:16:13.671" v="1185"/>
        <pc:sldMkLst>
          <pc:docMk/>
          <pc:sldMk cId="708655052" sldId="285"/>
        </pc:sldMkLst>
        <pc:spChg chg="mod">
          <ac:chgData name="Jhony Gomez" userId="5f1ac8455e56f045" providerId="LiveId" clId="{E84C667A-187F-4064-B7B0-4E60D3583703}" dt="2026-10-03T06:16:13.671" v="1185"/>
          <ac:spMkLst>
            <pc:docMk/>
            <pc:sldMk cId="708655052" sldId="285"/>
            <ac:spMk id="7" creationId="{63305B79-A539-2492-6BE9-5E9B4BDA58F7}"/>
          </ac:spMkLst>
        </pc:spChg>
        <pc:spChg chg="mod">
          <ac:chgData name="Jhony Gomez" userId="5f1ac8455e56f045" providerId="LiveId" clId="{E84C667A-187F-4064-B7B0-4E60D3583703}" dt="2026-10-03T06:16:00.521" v="1184" actId="1076"/>
          <ac:spMkLst>
            <pc:docMk/>
            <pc:sldMk cId="708655052" sldId="285"/>
            <ac:spMk id="9" creationId="{8A4954EE-9FDF-CC15-D7A9-19124C9AD5E5}"/>
          </ac:spMkLst>
        </pc:spChg>
        <pc:spChg chg="del">
          <ac:chgData name="Jhony Gomez" userId="5f1ac8455e56f045" providerId="LiveId" clId="{E84C667A-187F-4064-B7B0-4E60D3583703}" dt="2026-10-03T06:12:11.534" v="1169" actId="478"/>
          <ac:spMkLst>
            <pc:docMk/>
            <pc:sldMk cId="708655052" sldId="285"/>
            <ac:spMk id="11" creationId="{963857B6-BC52-D531-6D28-91F24DE70FB5}"/>
          </ac:spMkLst>
        </pc:spChg>
        <pc:picChg chg="del mod">
          <ac:chgData name="Jhony Gomez" userId="5f1ac8455e56f045" providerId="LiveId" clId="{E84C667A-187F-4064-B7B0-4E60D3583703}" dt="2026-10-03T06:12:28.097" v="1171" actId="478"/>
          <ac:picMkLst>
            <pc:docMk/>
            <pc:sldMk cId="708655052" sldId="285"/>
            <ac:picMk id="3" creationId="{D37EC544-A26A-81BA-4741-10FA269AC5AD}"/>
          </ac:picMkLst>
        </pc:picChg>
        <pc:picChg chg="del mod">
          <ac:chgData name="Jhony Gomez" userId="5f1ac8455e56f045" providerId="LiveId" clId="{E84C667A-187F-4064-B7B0-4E60D3583703}" dt="2026-10-03T06:12:26.679" v="1170" actId="478"/>
          <ac:picMkLst>
            <pc:docMk/>
            <pc:sldMk cId="708655052" sldId="285"/>
            <ac:picMk id="4" creationId="{CDF0EB18-2DE6-B866-7C82-3488B1DAC6EC}"/>
          </ac:picMkLst>
        </pc:picChg>
        <pc:picChg chg="add mod modCrop">
          <ac:chgData name="Jhony Gomez" userId="5f1ac8455e56f045" providerId="LiveId" clId="{E84C667A-187F-4064-B7B0-4E60D3583703}" dt="2026-10-03T06:12:45.578" v="1177" actId="1076"/>
          <ac:picMkLst>
            <pc:docMk/>
            <pc:sldMk cId="708655052" sldId="285"/>
            <ac:picMk id="5" creationId="{7E16B468-506C-3F66-4421-FB9586B8152D}"/>
          </ac:picMkLst>
        </pc:picChg>
        <pc:picChg chg="add mod">
          <ac:chgData name="Jhony Gomez" userId="5f1ac8455e56f045" providerId="LiveId" clId="{E84C667A-187F-4064-B7B0-4E60D3583703}" dt="2026-10-03T06:13:10.466" v="1180" actId="1076"/>
          <ac:picMkLst>
            <pc:docMk/>
            <pc:sldMk cId="708655052" sldId="285"/>
            <ac:picMk id="8" creationId="{E81A96A5-A89E-77BD-7E2D-B858BA13A0D8}"/>
          </ac:picMkLst>
        </pc:picChg>
      </pc:sldChg>
      <pc:sldChg chg="add del">
        <pc:chgData name="Jhony Gomez" userId="5f1ac8455e56f045" providerId="LiveId" clId="{E84C667A-187F-4064-B7B0-4E60D3583703}" dt="2026-10-02T21:39:51.289" v="855"/>
        <pc:sldMkLst>
          <pc:docMk/>
          <pc:sldMk cId="2185243862" sldId="285"/>
        </pc:sldMkLst>
      </pc:sldChg>
      <pc:sldChg chg="add del">
        <pc:chgData name="Jhony Gomez" userId="5f1ac8455e56f045" providerId="LiveId" clId="{E84C667A-187F-4064-B7B0-4E60D3583703}" dt="2026-10-02T21:39:41.628" v="853"/>
        <pc:sldMkLst>
          <pc:docMk/>
          <pc:sldMk cId="3370042190" sldId="285"/>
        </pc:sldMkLst>
      </pc:sldChg>
      <pc:sldChg chg="modSp add mod">
        <pc:chgData name="Jhony Gomez" userId="5f1ac8455e56f045" providerId="LiveId" clId="{E84C667A-187F-4064-B7B0-4E60D3583703}" dt="2026-10-03T06:33:46.556" v="1329" actId="20577"/>
        <pc:sldMkLst>
          <pc:docMk/>
          <pc:sldMk cId="3803033943" sldId="286"/>
        </pc:sldMkLst>
        <pc:spChg chg="mod">
          <ac:chgData name="Jhony Gomez" userId="5f1ac8455e56f045" providerId="LiveId" clId="{E84C667A-187F-4064-B7B0-4E60D3583703}" dt="2026-10-03T06:24:13.506" v="1238" actId="20577"/>
          <ac:spMkLst>
            <pc:docMk/>
            <pc:sldMk cId="3803033943" sldId="286"/>
            <ac:spMk id="9" creationId="{DD777743-80A2-1DDF-EB9C-FAD0A8352DE3}"/>
          </ac:spMkLst>
        </pc:spChg>
        <pc:spChg chg="mod">
          <ac:chgData name="Jhony Gomez" userId="5f1ac8455e56f045" providerId="LiveId" clId="{E84C667A-187F-4064-B7B0-4E60D3583703}" dt="2026-10-03T06:33:46.556" v="1329" actId="20577"/>
          <ac:spMkLst>
            <pc:docMk/>
            <pc:sldMk cId="3803033943" sldId="286"/>
            <ac:spMk id="11" creationId="{47CFCA38-6F52-4F78-D358-6AF67CC2EE1C}"/>
          </ac:spMkLst>
        </pc:spChg>
        <pc:picChg chg="mod">
          <ac:chgData name="Jhony Gomez" userId="5f1ac8455e56f045" providerId="LiveId" clId="{E84C667A-187F-4064-B7B0-4E60D3583703}" dt="2026-10-03T06:22:17.152" v="1227" actId="14100"/>
          <ac:picMkLst>
            <pc:docMk/>
            <pc:sldMk cId="3803033943" sldId="286"/>
            <ac:picMk id="5" creationId="{D379F929-971E-BD9B-1276-68119AEE504A}"/>
          </ac:picMkLst>
        </pc:picChg>
      </pc:sldChg>
      <pc:sldChg chg="modSp add mod">
        <pc:chgData name="Jhony Gomez" userId="5f1ac8455e56f045" providerId="LiveId" clId="{E84C667A-187F-4064-B7B0-4E60D3583703}" dt="2026-10-03T06:24:45.836" v="1240"/>
        <pc:sldMkLst>
          <pc:docMk/>
          <pc:sldMk cId="134445518" sldId="287"/>
        </pc:sldMkLst>
        <pc:spChg chg="mod">
          <ac:chgData name="Jhony Gomez" userId="5f1ac8455e56f045" providerId="LiveId" clId="{E84C667A-187F-4064-B7B0-4E60D3583703}" dt="2026-10-03T06:24:45.836" v="1240"/>
          <ac:spMkLst>
            <pc:docMk/>
            <pc:sldMk cId="134445518" sldId="287"/>
            <ac:spMk id="7" creationId="{CDBDD347-00B9-A98A-656B-61695CE86C64}"/>
          </ac:spMkLst>
        </pc:spChg>
        <pc:spChg chg="mod">
          <ac:chgData name="Jhony Gomez" userId="5f1ac8455e56f045" providerId="LiveId" clId="{E84C667A-187F-4064-B7B0-4E60D3583703}" dt="2026-10-03T06:24:32.482" v="1239"/>
          <ac:spMkLst>
            <pc:docMk/>
            <pc:sldMk cId="134445518" sldId="287"/>
            <ac:spMk id="9" creationId="{DB50BEC0-D750-79E8-BE92-48FD1F65EE9F}"/>
          </ac:spMkLst>
        </pc:spChg>
        <pc:picChg chg="mod">
          <ac:chgData name="Jhony Gomez" userId="5f1ac8455e56f045" providerId="LiveId" clId="{E84C667A-187F-4064-B7B0-4E60D3583703}" dt="2026-10-03T06:22:42.243" v="1230" actId="14100"/>
          <ac:picMkLst>
            <pc:docMk/>
            <pc:sldMk cId="134445518" sldId="287"/>
            <ac:picMk id="5" creationId="{F5BA9D4B-6B08-78C5-35ED-AAEF306F7B38}"/>
          </ac:picMkLst>
        </pc:picChg>
        <pc:picChg chg="mod">
          <ac:chgData name="Jhony Gomez" userId="5f1ac8455e56f045" providerId="LiveId" clId="{E84C667A-187F-4064-B7B0-4E60D3583703}" dt="2026-10-03T06:23:13.391" v="1233" actId="14100"/>
          <ac:picMkLst>
            <pc:docMk/>
            <pc:sldMk cId="134445518" sldId="287"/>
            <ac:picMk id="8" creationId="{E910DE2A-04D6-A021-302B-6CAE2F428E55}"/>
          </ac:picMkLst>
        </pc:picChg>
      </pc:sldChg>
      <pc:sldChg chg="modSp add mod ord">
        <pc:chgData name="Jhony Gomez" userId="5f1ac8455e56f045" providerId="LiveId" clId="{E84C667A-187F-4064-B7B0-4E60D3583703}" dt="2026-10-03T06:52:56.110" v="1375" actId="20577"/>
        <pc:sldMkLst>
          <pc:docMk/>
          <pc:sldMk cId="1334762242" sldId="288"/>
        </pc:sldMkLst>
        <pc:spChg chg="mod">
          <ac:chgData name="Jhony Gomez" userId="5f1ac8455e56f045" providerId="LiveId" clId="{E84C667A-187F-4064-B7B0-4E60D3583703}" dt="2026-10-03T06:52:56.110" v="1375" actId="20577"/>
          <ac:spMkLst>
            <pc:docMk/>
            <pc:sldMk cId="1334762242" sldId="288"/>
            <ac:spMk id="9" creationId="{95ADFC27-915F-CD95-F8AF-E4347AE0A439}"/>
          </ac:spMkLst>
        </pc:spChg>
        <pc:spChg chg="mod">
          <ac:chgData name="Jhony Gomez" userId="5f1ac8455e56f045" providerId="LiveId" clId="{E84C667A-187F-4064-B7B0-4E60D3583703}" dt="2026-10-03T06:31:31.135" v="1296" actId="313"/>
          <ac:spMkLst>
            <pc:docMk/>
            <pc:sldMk cId="1334762242" sldId="288"/>
            <ac:spMk id="11" creationId="{DB2D7A9B-9DD5-3C17-9D83-D473F5220A53}"/>
          </ac:spMkLst>
        </pc:spChg>
        <pc:picChg chg="mod">
          <ac:chgData name="Jhony Gomez" userId="5f1ac8455e56f045" providerId="LiveId" clId="{E84C667A-187F-4064-B7B0-4E60D3583703}" dt="2026-10-03T06:29:30.609" v="1249" actId="14100"/>
          <ac:picMkLst>
            <pc:docMk/>
            <pc:sldMk cId="1334762242" sldId="288"/>
            <ac:picMk id="5" creationId="{9CD59D8A-803C-80F6-8C68-1B3747E65C03}"/>
          </ac:picMkLst>
        </pc:picChg>
      </pc:sldChg>
      <pc:sldChg chg="addSp delSp modSp add mod ord">
        <pc:chgData name="Jhony Gomez" userId="5f1ac8455e56f045" providerId="LiveId" clId="{E84C667A-187F-4064-B7B0-4E60D3583703}" dt="2026-10-03T06:32:27.888" v="1302"/>
        <pc:sldMkLst>
          <pc:docMk/>
          <pc:sldMk cId="3686713744" sldId="289"/>
        </pc:sldMkLst>
        <pc:spChg chg="mod">
          <ac:chgData name="Jhony Gomez" userId="5f1ac8455e56f045" providerId="LiveId" clId="{E84C667A-187F-4064-B7B0-4E60D3583703}" dt="2026-10-03T06:32:25.202" v="1299"/>
          <ac:spMkLst>
            <pc:docMk/>
            <pc:sldMk cId="3686713744" sldId="289"/>
            <ac:spMk id="7" creationId="{3F701953-0C8A-5F16-6473-3362596FD437}"/>
          </ac:spMkLst>
        </pc:spChg>
        <pc:spChg chg="mod">
          <ac:chgData name="Jhony Gomez" userId="5f1ac8455e56f045" providerId="LiveId" clId="{E84C667A-187F-4064-B7B0-4E60D3583703}" dt="2026-10-03T06:32:11.227" v="1298"/>
          <ac:spMkLst>
            <pc:docMk/>
            <pc:sldMk cId="3686713744" sldId="289"/>
            <ac:spMk id="9" creationId="{9262F3BA-F5B9-E405-A2F9-51DF16DBCCAD}"/>
          </ac:spMkLst>
        </pc:spChg>
        <pc:spChg chg="add del mod">
          <ac:chgData name="Jhony Gomez" userId="5f1ac8455e56f045" providerId="LiveId" clId="{E84C667A-187F-4064-B7B0-4E60D3583703}" dt="2026-10-03T06:32:27.888" v="1302"/>
          <ac:spMkLst>
            <pc:docMk/>
            <pc:sldMk cId="3686713744" sldId="289"/>
            <ac:spMk id="10" creationId="{3E4FFD78-251E-DE18-1509-1D5849DD6987}"/>
          </ac:spMkLst>
        </pc:spChg>
        <pc:picChg chg="add mod">
          <ac:chgData name="Jhony Gomez" userId="5f1ac8455e56f045" providerId="LiveId" clId="{E84C667A-187F-4064-B7B0-4E60D3583703}" dt="2026-10-03T06:30:03.157" v="1257" actId="1076"/>
          <ac:picMkLst>
            <pc:docMk/>
            <pc:sldMk cId="3686713744" sldId="289"/>
            <ac:picMk id="3" creationId="{FAB3A255-B1F1-8A09-4B44-6AC4B667CA47}"/>
          </ac:picMkLst>
        </pc:picChg>
        <pc:picChg chg="del mod">
          <ac:chgData name="Jhony Gomez" userId="5f1ac8455e56f045" providerId="LiveId" clId="{E84C667A-187F-4064-B7B0-4E60D3583703}" dt="2026-10-03T06:29:54.115" v="1253" actId="478"/>
          <ac:picMkLst>
            <pc:docMk/>
            <pc:sldMk cId="3686713744" sldId="289"/>
            <ac:picMk id="5" creationId="{9D540B56-DC55-9EF7-96B6-DE1BBDF7FE69}"/>
          </ac:picMkLst>
        </pc:picChg>
        <pc:picChg chg="add mod">
          <ac:chgData name="Jhony Gomez" userId="5f1ac8455e56f045" providerId="LiveId" clId="{E84C667A-187F-4064-B7B0-4E60D3583703}" dt="2026-10-03T06:30:44.351" v="1266" actId="14100"/>
          <ac:picMkLst>
            <pc:docMk/>
            <pc:sldMk cId="3686713744" sldId="289"/>
            <ac:picMk id="6" creationId="{CBF71F5C-393E-AE5E-55FE-2733CB981D1D}"/>
          </ac:picMkLst>
        </pc:picChg>
        <pc:picChg chg="del">
          <ac:chgData name="Jhony Gomez" userId="5f1ac8455e56f045" providerId="LiveId" clId="{E84C667A-187F-4064-B7B0-4E60D3583703}" dt="2026-10-03T06:30:22.739" v="1258" actId="478"/>
          <ac:picMkLst>
            <pc:docMk/>
            <pc:sldMk cId="3686713744" sldId="289"/>
            <ac:picMk id="8" creationId="{0DA6E90A-D390-3ABB-DAF6-AD70FE07E171}"/>
          </ac:picMkLst>
        </pc:picChg>
      </pc:sldChg>
      <pc:sldChg chg="modSp add mod ord">
        <pc:chgData name="Jhony Gomez" userId="5f1ac8455e56f045" providerId="LiveId" clId="{E84C667A-187F-4064-B7B0-4E60D3583703}" dt="2026-10-03T06:54:46.682" v="1403" actId="20577"/>
        <pc:sldMkLst>
          <pc:docMk/>
          <pc:sldMk cId="1958732879" sldId="290"/>
        </pc:sldMkLst>
        <pc:spChg chg="mod">
          <ac:chgData name="Jhony Gomez" userId="5f1ac8455e56f045" providerId="LiveId" clId="{E84C667A-187F-4064-B7B0-4E60D3583703}" dt="2026-10-03T06:54:46.682" v="1403" actId="20577"/>
          <ac:spMkLst>
            <pc:docMk/>
            <pc:sldMk cId="1958732879" sldId="290"/>
            <ac:spMk id="9" creationId="{8055D46D-B0C1-45C6-43D9-CFCAA572DF77}"/>
          </ac:spMkLst>
        </pc:spChg>
        <pc:spChg chg="mod">
          <ac:chgData name="Jhony Gomez" userId="5f1ac8455e56f045" providerId="LiveId" clId="{E84C667A-187F-4064-B7B0-4E60D3583703}" dt="2026-10-03T06:53:18.062" v="1390" actId="20577"/>
          <ac:spMkLst>
            <pc:docMk/>
            <pc:sldMk cId="1958732879" sldId="290"/>
            <ac:spMk id="11" creationId="{679F1C75-0800-ACB5-79F7-2212BECAC067}"/>
          </ac:spMkLst>
        </pc:spChg>
        <pc:picChg chg="mod">
          <ac:chgData name="Jhony Gomez" userId="5f1ac8455e56f045" providerId="LiveId" clId="{E84C667A-187F-4064-B7B0-4E60D3583703}" dt="2026-10-03T06:51:00.398" v="1341" actId="14826"/>
          <ac:picMkLst>
            <pc:docMk/>
            <pc:sldMk cId="1958732879" sldId="290"/>
            <ac:picMk id="5" creationId="{363CD103-DD07-960A-9C46-304F32074B6B}"/>
          </ac:picMkLst>
        </pc:picChg>
      </pc:sldChg>
      <pc:sldChg chg="addSp delSp modSp add mod ord">
        <pc:chgData name="Jhony Gomez" userId="5f1ac8455e56f045" providerId="LiveId" clId="{E84C667A-187F-4064-B7B0-4E60D3583703}" dt="2026-10-03T06:55:24.888" v="1408" actId="2710"/>
        <pc:sldMkLst>
          <pc:docMk/>
          <pc:sldMk cId="284864816" sldId="291"/>
        </pc:sldMkLst>
        <pc:spChg chg="mod">
          <ac:chgData name="Jhony Gomez" userId="5f1ac8455e56f045" providerId="LiveId" clId="{E84C667A-187F-4064-B7B0-4E60D3583703}" dt="2026-10-03T06:55:24.888" v="1408" actId="2710"/>
          <ac:spMkLst>
            <pc:docMk/>
            <pc:sldMk cId="284864816" sldId="291"/>
            <ac:spMk id="7" creationId="{BD11171A-5998-8F59-6813-E41ED13F54D6}"/>
          </ac:spMkLst>
        </pc:spChg>
        <pc:spChg chg="del">
          <ac:chgData name="Jhony Gomez" userId="5f1ac8455e56f045" providerId="LiveId" clId="{E84C667A-187F-4064-B7B0-4E60D3583703}" dt="2026-10-03T06:51:12.727" v="1344" actId="478"/>
          <ac:spMkLst>
            <pc:docMk/>
            <pc:sldMk cId="284864816" sldId="291"/>
            <ac:spMk id="9" creationId="{3A8C5B52-038D-175C-6EFB-AA67AD0FF075}"/>
          </ac:spMkLst>
        </pc:spChg>
        <pc:picChg chg="del">
          <ac:chgData name="Jhony Gomez" userId="5f1ac8455e56f045" providerId="LiveId" clId="{E84C667A-187F-4064-B7B0-4E60D3583703}" dt="2026-10-03T06:51:06.270" v="1342" actId="478"/>
          <ac:picMkLst>
            <pc:docMk/>
            <pc:sldMk cId="284864816" sldId="291"/>
            <ac:picMk id="3" creationId="{7CC0D7EA-A83B-9F7A-CF73-5EFE00CC6DC0}"/>
          </ac:picMkLst>
        </pc:picChg>
        <pc:picChg chg="add mod">
          <ac:chgData name="Jhony Gomez" userId="5f1ac8455e56f045" providerId="LiveId" clId="{E84C667A-187F-4064-B7B0-4E60D3583703}" dt="2026-10-03T06:51:49.549" v="1352" actId="1076"/>
          <ac:picMkLst>
            <pc:docMk/>
            <pc:sldMk cId="284864816" sldId="291"/>
            <ac:picMk id="4" creationId="{1ADAA461-3C7D-E681-0229-7662D4F5AC9E}"/>
          </ac:picMkLst>
        </pc:picChg>
        <pc:picChg chg="del mod">
          <ac:chgData name="Jhony Gomez" userId="5f1ac8455e56f045" providerId="LiveId" clId="{E84C667A-187F-4064-B7B0-4E60D3583703}" dt="2026-10-03T06:51:39.500" v="1347" actId="478"/>
          <ac:picMkLst>
            <pc:docMk/>
            <pc:sldMk cId="284864816" sldId="291"/>
            <ac:picMk id="6" creationId="{9064CE39-B994-0BA7-756D-53B7A2732F70}"/>
          </ac:picMkLst>
        </pc:picChg>
      </pc:sldChg>
      <pc:sldChg chg="modSp add mod">
        <pc:chgData name="Jhony Gomez" userId="5f1ac8455e56f045" providerId="LiveId" clId="{E84C667A-187F-4064-B7B0-4E60D3583703}" dt="2026-10-03T07:02:11.016" v="1500" actId="20577"/>
        <pc:sldMkLst>
          <pc:docMk/>
          <pc:sldMk cId="3379629805" sldId="292"/>
        </pc:sldMkLst>
        <pc:spChg chg="mod">
          <ac:chgData name="Jhony Gomez" userId="5f1ac8455e56f045" providerId="LiveId" clId="{E84C667A-187F-4064-B7B0-4E60D3583703}" dt="2026-10-03T06:55:58.625" v="1410" actId="20577"/>
          <ac:spMkLst>
            <pc:docMk/>
            <pc:sldMk cId="3379629805" sldId="292"/>
            <ac:spMk id="9" creationId="{2EB75F7B-C049-4A37-FE1C-47D138C32B14}"/>
          </ac:spMkLst>
        </pc:spChg>
        <pc:spChg chg="mod">
          <ac:chgData name="Jhony Gomez" userId="5f1ac8455e56f045" providerId="LiveId" clId="{E84C667A-187F-4064-B7B0-4E60D3583703}" dt="2026-10-03T07:02:11.016" v="1500" actId="20577"/>
          <ac:spMkLst>
            <pc:docMk/>
            <pc:sldMk cId="3379629805" sldId="292"/>
            <ac:spMk id="11" creationId="{23A8A5A1-3D96-4D35-9901-4AE3F28572E9}"/>
          </ac:spMkLst>
        </pc:spChg>
        <pc:picChg chg="mod">
          <ac:chgData name="Jhony Gomez" userId="5f1ac8455e56f045" providerId="LiveId" clId="{E84C667A-187F-4064-B7B0-4E60D3583703}" dt="2026-10-03T06:59:13.125" v="1427" actId="14100"/>
          <ac:picMkLst>
            <pc:docMk/>
            <pc:sldMk cId="3379629805" sldId="292"/>
            <ac:picMk id="5" creationId="{B47C8005-6E3B-D564-CB55-375AB40AD7C4}"/>
          </ac:picMkLst>
        </pc:picChg>
      </pc:sldChg>
      <pc:sldChg chg="modSp add mod">
        <pc:chgData name="Jhony Gomez" userId="5f1ac8455e56f045" providerId="LiveId" clId="{E84C667A-187F-4064-B7B0-4E60D3583703}" dt="2026-10-03T06:59:48.292" v="1430" actId="14100"/>
        <pc:sldMkLst>
          <pc:docMk/>
          <pc:sldMk cId="1293155558" sldId="293"/>
        </pc:sldMkLst>
        <pc:spChg chg="mod">
          <ac:chgData name="Jhony Gomez" userId="5f1ac8455e56f045" providerId="LiveId" clId="{E84C667A-187F-4064-B7B0-4E60D3583703}" dt="2026-10-03T06:56:23.452" v="1413" actId="20577"/>
          <ac:spMkLst>
            <pc:docMk/>
            <pc:sldMk cId="1293155558" sldId="293"/>
            <ac:spMk id="7" creationId="{092D28A1-0D10-CB21-9C14-5CC8C219CA0C}"/>
          </ac:spMkLst>
        </pc:spChg>
        <pc:picChg chg="mod">
          <ac:chgData name="Jhony Gomez" userId="5f1ac8455e56f045" providerId="LiveId" clId="{E84C667A-187F-4064-B7B0-4E60D3583703}" dt="2026-10-03T06:59:48.292" v="1430" actId="14100"/>
          <ac:picMkLst>
            <pc:docMk/>
            <pc:sldMk cId="1293155558" sldId="293"/>
            <ac:picMk id="4" creationId="{D29BBEB2-3C84-C2D1-344E-89194DF97A99}"/>
          </ac:picMkLst>
        </pc:picChg>
      </pc:sldChg>
      <pc:sldChg chg="modSp add mod">
        <pc:chgData name="Jhony Gomez" userId="5f1ac8455e56f045" providerId="LiveId" clId="{E84C667A-187F-4064-B7B0-4E60D3583703}" dt="2026-10-03T07:01:17.061" v="1465" actId="14100"/>
        <pc:sldMkLst>
          <pc:docMk/>
          <pc:sldMk cId="3231461754" sldId="294"/>
        </pc:sldMkLst>
        <pc:spChg chg="mod">
          <ac:chgData name="Jhony Gomez" userId="5f1ac8455e56f045" providerId="LiveId" clId="{E84C667A-187F-4064-B7B0-4E60D3583703}" dt="2026-10-03T06:57:19.582" v="1419" actId="20577"/>
          <ac:spMkLst>
            <pc:docMk/>
            <pc:sldMk cId="3231461754" sldId="294"/>
            <ac:spMk id="9" creationId="{BBB0223A-D965-0B15-68B8-2E4E84C9F9E9}"/>
          </ac:spMkLst>
        </pc:spChg>
        <pc:spChg chg="mod">
          <ac:chgData name="Jhony Gomez" userId="5f1ac8455e56f045" providerId="LiveId" clId="{E84C667A-187F-4064-B7B0-4E60D3583703}" dt="2026-10-03T07:00:20.121" v="1460" actId="20577"/>
          <ac:spMkLst>
            <pc:docMk/>
            <pc:sldMk cId="3231461754" sldId="294"/>
            <ac:spMk id="11" creationId="{3F2A01C4-1823-9288-4B48-A9B43EABFB01}"/>
          </ac:spMkLst>
        </pc:spChg>
        <pc:picChg chg="mod">
          <ac:chgData name="Jhony Gomez" userId="5f1ac8455e56f045" providerId="LiveId" clId="{E84C667A-187F-4064-B7B0-4E60D3583703}" dt="2026-10-03T07:01:17.061" v="1465" actId="14100"/>
          <ac:picMkLst>
            <pc:docMk/>
            <pc:sldMk cId="3231461754" sldId="294"/>
            <ac:picMk id="5" creationId="{700FA040-07A1-B899-077A-D2D14A68F303}"/>
          </ac:picMkLst>
        </pc:picChg>
      </pc:sldChg>
      <pc:sldChg chg="modSp add mod">
        <pc:chgData name="Jhony Gomez" userId="5f1ac8455e56f045" providerId="LiveId" clId="{E84C667A-187F-4064-B7B0-4E60D3583703}" dt="2026-10-03T07:01:47.412" v="1468" actId="14100"/>
        <pc:sldMkLst>
          <pc:docMk/>
          <pc:sldMk cId="3762118437" sldId="295"/>
        </pc:sldMkLst>
        <pc:spChg chg="mod">
          <ac:chgData name="Jhony Gomez" userId="5f1ac8455e56f045" providerId="LiveId" clId="{E84C667A-187F-4064-B7B0-4E60D3583703}" dt="2026-10-03T06:58:00.474" v="1424" actId="20577"/>
          <ac:spMkLst>
            <pc:docMk/>
            <pc:sldMk cId="3762118437" sldId="295"/>
            <ac:spMk id="7" creationId="{B8FEA8F5-049E-6952-AC6B-2E2EBC66FE20}"/>
          </ac:spMkLst>
        </pc:spChg>
        <pc:picChg chg="mod">
          <ac:chgData name="Jhony Gomez" userId="5f1ac8455e56f045" providerId="LiveId" clId="{E84C667A-187F-4064-B7B0-4E60D3583703}" dt="2026-10-03T07:01:47.412" v="1468" actId="14100"/>
          <ac:picMkLst>
            <pc:docMk/>
            <pc:sldMk cId="3762118437" sldId="295"/>
            <ac:picMk id="4" creationId="{17FA46CF-4891-95D3-BEB1-60198B62B132}"/>
          </ac:picMkLst>
        </pc:picChg>
      </pc:sldChg>
    </pc:docChg>
  </pc:docChgLst>
</pc:chgInfo>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B9EC01AB-426A-4F80-8AF7-F60476348545}"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A7B75EB-644B-47D7-8E6F-2D11FADFA2B3}" type="slidenum">
              <a:rPr lang="es-MX" smtClean="0"/>
              <a:t>‹Nº›</a:t>
            </a:fld>
            <a:endParaRPr lang="es-MX"/>
          </a:p>
        </p:txBody>
      </p:sp>
    </p:spTree>
    <p:extLst>
      <p:ext uri="{BB962C8B-B14F-4D97-AF65-F5344CB8AC3E}">
        <p14:creationId xmlns:p14="http://schemas.microsoft.com/office/powerpoint/2010/main" val="2182018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B9EC01AB-426A-4F80-8AF7-F60476348545}"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A7B75EB-644B-47D7-8E6F-2D11FADFA2B3}" type="slidenum">
              <a:rPr lang="es-MX" smtClean="0"/>
              <a:t>‹Nº›</a:t>
            </a:fld>
            <a:endParaRPr lang="es-MX"/>
          </a:p>
        </p:txBody>
      </p:sp>
    </p:spTree>
    <p:extLst>
      <p:ext uri="{BB962C8B-B14F-4D97-AF65-F5344CB8AC3E}">
        <p14:creationId xmlns:p14="http://schemas.microsoft.com/office/powerpoint/2010/main" val="4049521490"/>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18" /><Relationship Type="http://schemas.openxmlformats.org/officeDocument/2006/relationships/slideLayout" Target="/ppt/slideLayouts/slideLayout2.xml" Id="rId2" /><Relationship Type="http://schemas.openxmlformats.org/officeDocument/2006/relationships/slideLayout" Target="/ppt/slideLayouts/slideLayout1.xml" Id="rId1" /></Relationships>
</file>

<file path=ppt/slideMasters/slideMaster1.xml><?xml version="1.0" encoding="utf-8"?>
<p:sldMaster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9EC01AB-426A-4F80-8AF7-F60476348545}" type="datetimeFigureOut">
              <a:rPr lang="es-MX" smtClean="0"/>
              <a:t>02/10/2026</a:t>
            </a:fld>
            <a:endParaRPr lang="es-MX"/>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s-MX"/>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8A7B75EB-644B-47D7-8E6F-2D11FADFA2B3}" type="slidenum">
              <a:rPr lang="es-MX" smtClean="0"/>
              <a:t>‹Nº›</a:t>
            </a:fld>
            <a:endParaRPr lang="es-MX"/>
          </a:p>
        </p:txBody>
      </p:sp>
    </p:spTree>
    <p:extLst>
      <p:ext uri="{BB962C8B-B14F-4D97-AF65-F5344CB8AC3E}">
        <p14:creationId xmlns:p14="http://schemas.microsoft.com/office/powerpoint/2010/main" val="1963022244"/>
      </p:ext>
    </p:extLst>
  </p:cSld>
  <p:clrMap bg1="dk1" tx1="lt1" bg2="dk2" tx2="lt2" accent1="accent1" accent2="accent2" accent3="accent3" accent4="accent4" accent5="accent5" accent6="accent6" hlink="hlink" folHlink="folHlink"/>
  <p:sldLayoutIdLst>
    <p:sldLayoutId id="2147483922" r:id="rId1"/>
    <p:sldLayoutId id="2147483923" r:id="rId2"/>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&#65279;<?xml version="1.0" encoding="utf-8"?><Relationships xmlns="http://schemas.openxmlformats.org/package/2006/relationships"><Relationship Type="http://schemas.openxmlformats.org/officeDocument/2006/relationships/image" Target="/ppt/media/image3.jpeg" Id="rId3" /><Relationship Type="http://schemas.openxmlformats.org/officeDocument/2006/relationships/image" Target="/ppt/media/image2.png" Id="rId2" /><Relationship Type="http://schemas.openxmlformats.org/officeDocument/2006/relationships/slideLayout" Target="/ppt/slideLayouts/slideLayout1.xml" Id="rId1" /><Relationship Type="http://schemas.openxmlformats.org/officeDocument/2006/relationships/image" Target="/ppt/media/image5.png" Id="rId5" /><Relationship Type="http://schemas.openxmlformats.org/officeDocument/2006/relationships/image" Target="/ppt/media/image4.png" Id="rI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image" Target="/ppt/media/image6.png" Id="rId2" /><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image" Target="/ppt/media/image8.png" Id="rId3" /><Relationship Type="http://schemas.openxmlformats.org/officeDocument/2006/relationships/image" Target="/ppt/media/image7.png" Id="rId2" /><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image" Target="/ppt/media/image9.png" Id="rId2" /><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image" Target="/ppt/media/image11.png" Id="rId3" /><Relationship Type="http://schemas.openxmlformats.org/officeDocument/2006/relationships/image" Target="/ppt/media/image10.png" Id="rId2" /><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image" Target="/ppt/media/image12.png" Id="rId2" /><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image" Target="/ppt/media/image14.png" Id="rId3" /><Relationship Type="http://schemas.openxmlformats.org/officeDocument/2006/relationships/image" Target="/ppt/media/image13.png" Id="rId2" /><Relationship Type="http://schemas.openxmlformats.org/officeDocument/2006/relationships/slideLayout" Target="/ppt/slideLayouts/slideLayout2.xml" Id="rId1" /></Relationships>
</file>

<file path=ppt/slides/_rels/slide10.xml.rels>&#65279;<?xml version="1.0" encoding="utf-8"?><Relationships xmlns="http://schemas.openxmlformats.org/package/2006/relationships"><Relationship Type="http://schemas.openxmlformats.org/officeDocument/2006/relationships/image" Target="/ppt/media/image15.png" Id="rId2" /><Relationship Type="http://schemas.openxmlformats.org/officeDocument/2006/relationships/slideLayout" Target="/ppt/slideLayouts/slideLayout2.xml" Id="rId1" /></Relationships>
</file>

<file path=ppt/slides/_rels/slide11.xml.rels>&#65279;<?xml version="1.0" encoding="utf-8"?><Relationships xmlns="http://schemas.openxmlformats.org/package/2006/relationships"><Relationship Type="http://schemas.openxmlformats.org/officeDocument/2006/relationships/image" Target="/ppt/media/image17.png" Id="rId3" /><Relationship Type="http://schemas.openxmlformats.org/officeDocument/2006/relationships/image" Target="/ppt/media/image16.png" Id="rId2" /><Relationship Type="http://schemas.openxmlformats.org/officeDocument/2006/relationships/slideLayout" Target="/ppt/slideLayouts/slideLayout2.xml" Id="rId1" /></Relationships>
</file>

<file path=ppt/slides/_rels/slide12.xml.rels>&#65279;<?xml version="1.0" encoding="utf-8"?><Relationships xmlns="http://schemas.openxmlformats.org/package/2006/relationships"><Relationship Type="http://schemas.openxmlformats.org/officeDocument/2006/relationships/image" Target="/ppt/media/image18.png" Id="rId2" /><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image" Target="/ppt/media/image20.png" Id="rId3" /><Relationship Type="http://schemas.openxmlformats.org/officeDocument/2006/relationships/image" Target="/ppt/media/image19.png" Id="rId2" /><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image" Target="/ppt/media/image21.png" Id="rId2" /><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image" Target="/ppt/media/image23.png" Id="rId3" /><Relationship Type="http://schemas.openxmlformats.org/officeDocument/2006/relationships/image" Target="/ppt/media/image22.png" Id="rId2" /><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image" Target="/ppt/media/image24.png" Id="rId2" /><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image" Target="/ppt/media/image25.png" Id="rId2" /><Relationship Type="http://schemas.openxmlformats.org/officeDocument/2006/relationships/slideLayout" Target="/ppt/slideLayouts/slideLayout2.xml" Id="rId1" /></Relationships>
</file>

<file path=ppt/slides/_rels/slide18.xml.rels>&#65279;<?xml version="1.0" encoding="utf-8"?><Relationships xmlns="http://schemas.openxmlformats.org/package/2006/relationships"><Relationship Type="http://schemas.openxmlformats.org/officeDocument/2006/relationships/image" Target="/ppt/media/image26.png" Id="rId2" /><Relationship Type="http://schemas.openxmlformats.org/officeDocument/2006/relationships/slideLayout" Target="/ppt/slideLayouts/slideLayout2.xml" Id="rId1" /></Relationships>
</file>

<file path=ppt/slides/_rels/slide19.xml.rels>&#65279;<?xml version="1.0" encoding="utf-8"?><Relationships xmlns="http://schemas.openxmlformats.org/package/2006/relationships"><Relationship Type="http://schemas.openxmlformats.org/officeDocument/2006/relationships/image" Target="/ppt/media/image27.png" Id="rId2" /><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image" Target="/ppt/media/image28.png" Id="rId2" /><Relationship Type="http://schemas.openxmlformats.org/officeDocument/2006/relationships/slideLayout" Target="/ppt/slideLayouts/slideLayout2.xml" Id="rId1" /></Relationships>
</file>

<file path=ppt/slides/_rels/slide21.xml.rels>&#65279;<?xml version="1.0" encoding="utf-8"?><Relationships xmlns="http://schemas.openxmlformats.org/package/2006/relationships"><Relationship Type="http://schemas.openxmlformats.org/officeDocument/2006/relationships/image" Target="/ppt/media/image29.png" Id="rId2" /><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BAF0D08-5F75-4A88-A052-E8DE763EC799}"/>
              </a:ext>
            </a:extLst>
          </p:cNvPr>
          <p:cNvSpPr txBox="1"/>
          <p:nvPr/>
        </p:nvSpPr>
        <p:spPr>
          <a:xfrm>
            <a:off x="3209654" y="886632"/>
            <a:ext cx="7015905" cy="5770811"/>
          </a:xfrm>
          <a:prstGeom prst="rect">
            <a:avLst/>
          </a:prstGeom>
          <a:noFill/>
        </p:spPr>
        <p:txBody>
          <a:bodyPr wrap="square" rtlCol="0">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TECNOLÓGICO NACIONAL DE MÉXICO</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INSTITUTO TECNOLÓGICO DE FRONTERA COMALAPA</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Alumno:</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0" i="0" u="none" strike="noStrike" kern="0" cap="none" spc="0" normalizeH="0" baseline="0" noProof="0" dirty="0">
                <a:ln>
                  <a:noFill/>
                </a:ln>
                <a:effectLst/>
                <a:uLnTx/>
                <a:uFillTx/>
              </a:rPr>
              <a:t>Jhony Benjamín Gómez Zacarías </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Docente:</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0" i="0" u="none" strike="noStrike" kern="0" cap="none" spc="0" normalizeH="0" baseline="0" noProof="0" dirty="0">
                <a:ln>
                  <a:noFill/>
                </a:ln>
                <a:effectLst/>
                <a:uLnTx/>
                <a:uFillTx/>
              </a:rPr>
              <a:t>Francisco Javier Mingo Velázquez</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Materia: </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0" i="0" u="none" strike="noStrike" kern="0" cap="none" spc="0" normalizeH="0" baseline="0" noProof="0" dirty="0">
                <a:ln>
                  <a:noFill/>
                </a:ln>
                <a:effectLst/>
                <a:uLnTx/>
                <a:uFillTx/>
              </a:rPr>
              <a:t>Simulación </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Carrera:</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0" i="0" u="none" strike="noStrike" kern="0" cap="none" spc="0" normalizeH="0" baseline="0" noProof="0" dirty="0">
                <a:ln>
                  <a:noFill/>
                </a:ln>
                <a:effectLst/>
                <a:uLnTx/>
                <a:uFillTx/>
              </a:rPr>
              <a:t>Ingeniería en sistemas </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Semestre: </a:t>
            </a:r>
            <a:r>
              <a:rPr kumimoji="0" lang="es-MX" b="0" i="0" u="none" strike="noStrike" kern="0" cap="none" spc="0" normalizeH="0" baseline="0" noProof="0" dirty="0">
                <a:ln>
                  <a:noFill/>
                </a:ln>
                <a:effectLst/>
                <a:uLnTx/>
                <a:uFillTx/>
              </a:rPr>
              <a:t>05	</a:t>
            </a:r>
            <a:r>
              <a:rPr kumimoji="0" lang="es-MX" b="1" i="0" u="none" strike="noStrike" kern="0" cap="none" spc="0" normalizeH="0" baseline="0" noProof="0" dirty="0">
                <a:ln>
                  <a:noFill/>
                </a:ln>
                <a:effectLst/>
                <a:uLnTx/>
                <a:uFillTx/>
              </a:rPr>
              <a:t> Numero de control: </a:t>
            </a:r>
            <a:r>
              <a:rPr kumimoji="0" lang="es-MX" b="0" i="0" u="none" strike="noStrike" kern="0" cap="none" spc="0" normalizeH="0" baseline="0" noProof="0" dirty="0">
                <a:ln>
                  <a:noFill/>
                </a:ln>
                <a:effectLst/>
                <a:uLnTx/>
                <a:uFillTx/>
              </a:rPr>
              <a:t>241260006</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1" i="0" u="none" strike="noStrike" kern="0" cap="none" spc="0" normalizeH="0" baseline="0" noProof="0" dirty="0">
                <a:ln>
                  <a:noFill/>
                </a:ln>
                <a:effectLst/>
                <a:uLnTx/>
                <a:uFillTx/>
              </a:rPr>
              <a:t>Fecha:</a:t>
            </a:r>
          </a:p>
          <a:p>
            <a:pPr marL="0" marR="0" lvl="0" indent="0" algn="ctr" defTabSz="914400" eaLnBrk="1" fontAlgn="auto" latinLnBrk="0" hangingPunct="1">
              <a:lnSpc>
                <a:spcPct val="150000"/>
              </a:lnSpc>
              <a:spcBef>
                <a:spcPts val="0"/>
              </a:spcBef>
              <a:spcAft>
                <a:spcPts val="0"/>
              </a:spcAft>
              <a:buClrTx/>
              <a:buSzTx/>
              <a:buFontTx/>
              <a:buNone/>
              <a:tabLst/>
              <a:defRPr/>
            </a:pPr>
            <a:r>
              <a:rPr kumimoji="0" lang="es-MX" b="0" i="0" u="none" strike="noStrike" kern="0" cap="none" spc="0" normalizeH="0" baseline="0" noProof="0" dirty="0">
                <a:ln>
                  <a:noFill/>
                </a:ln>
                <a:effectLst/>
                <a:uLnTx/>
                <a:uFillTx/>
              </a:rPr>
              <a:t>29/09/2026</a:t>
            </a:r>
          </a:p>
          <a:p>
            <a:pPr marL="0" marR="0" lvl="0" indent="0"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effectLst/>
              <a:uLnTx/>
              <a:uFillTx/>
            </a:endParaRPr>
          </a:p>
        </p:txBody>
      </p:sp>
      <p:pic>
        <p:nvPicPr>
          <p:cNvPr id="5" name="Imagen 1">
            <a:extLst>
              <a:ext uri="{FF2B5EF4-FFF2-40B4-BE49-F238E27FC236}">
                <a16:creationId xmlns:a16="http://schemas.microsoft.com/office/drawing/2014/main" id="{19C598F4-BA14-4C21-8CA1-1A2D25F89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8814" y="0"/>
            <a:ext cx="1768475" cy="88663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3FE2F390-DF95-402B-9B98-4F5C4DFB8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076" b="33018"/>
          <a:stretch>
            <a:fillRect/>
          </a:stretch>
        </p:blipFill>
        <p:spPr bwMode="auto">
          <a:xfrm>
            <a:off x="5731770" y="40601"/>
            <a:ext cx="1971675" cy="73997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4">
            <a:extLst>
              <a:ext uri="{FF2B5EF4-FFF2-40B4-BE49-F238E27FC236}">
                <a16:creationId xmlns:a16="http://schemas.microsoft.com/office/drawing/2014/main" id="{DBB73E5F-CC35-47FE-AA83-6271900BF8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926" y="-66061"/>
            <a:ext cx="1422400" cy="84663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B1A57B25-B6D9-4502-A294-BC3B99EB4BA6}"/>
              </a:ext>
            </a:extLst>
          </p:cNvPr>
          <p:cNvPicPr/>
          <p:nvPr/>
        </p:nvPicPr>
        <p:blipFill rotWithShape="1">
          <a:blip r:embed="rId5">
            <a:alphaModFix amt="35000"/>
            <a:extLst>
              <a:ext uri="{28A0092B-C50C-407E-A947-70E740481C1C}">
                <a14:useLocalDpi xmlns:a14="http://schemas.microsoft.com/office/drawing/2010/main" val="0"/>
              </a:ext>
            </a:extLst>
          </a:blip>
          <a:srcRect l="19656" r="23395" b="34652"/>
          <a:stretch/>
        </p:blipFill>
        <p:spPr bwMode="auto">
          <a:xfrm>
            <a:off x="0" y="204787"/>
            <a:ext cx="2924175" cy="644842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200137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117401-7AAA-4B09-B70B-7A3CA6DC5BF7}"/>
              </a:ext>
            </a:extLst>
          </p:cNvPr>
          <p:cNvSpPr>
            <a:spLocks noGrp="1"/>
          </p:cNvSpPr>
          <p:nvPr>
            <p:ph type="title"/>
          </p:nvPr>
        </p:nvSpPr>
        <p:spPr>
          <a:xfrm>
            <a:off x="4285229" y="471646"/>
            <a:ext cx="3621542" cy="1400530"/>
          </a:xfrm>
        </p:spPr>
        <p:txBody>
          <a:bodyPr/>
          <a:lstStyle/>
          <a:p>
            <a:r>
              <a:rPr lang="es-MX" b="1" dirty="0">
                <a:latin typeface="Arial" panose="020B0604020202020204" pitchFamily="34" charset="0"/>
                <a:cs typeface="Arial" panose="020B0604020202020204" pitchFamily="34" charset="0"/>
              </a:rPr>
              <a:t>Introducción </a:t>
            </a:r>
          </a:p>
        </p:txBody>
      </p:sp>
      <p:sp>
        <p:nvSpPr>
          <p:cNvPr id="5" name="CuadroTexto 4">
            <a:extLst>
              <a:ext uri="{FF2B5EF4-FFF2-40B4-BE49-F238E27FC236}">
                <a16:creationId xmlns:a16="http://schemas.microsoft.com/office/drawing/2014/main" id="{745111A6-BE16-3200-7ADB-593AC0C08FEF}"/>
              </a:ext>
            </a:extLst>
          </p:cNvPr>
          <p:cNvSpPr txBox="1"/>
          <p:nvPr/>
        </p:nvSpPr>
        <p:spPr>
          <a:xfrm>
            <a:off x="1768206" y="1746488"/>
            <a:ext cx="8655587" cy="2949525"/>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esta presentación se describen y analizan los ejercicios prácticos de la Unidad 4 sobre Lenguajes de Simulación y Validación. A través del desarrollo de programas en Java, Python y R, se aborda el comportamiento de tres escenarios fundamentales: sistemas de líneas de espera, gestión de inventarios y procesos de validación estadística (paramétrica y no paramétrica). El objetivo es mostrar tanto el código base de cada modelo como su representación visual mediante interfaces gráficas y reportes de datos.</a:t>
            </a:r>
          </a:p>
        </p:txBody>
      </p:sp>
    </p:spTree>
    <p:extLst>
      <p:ext uri="{BB962C8B-B14F-4D97-AF65-F5344CB8AC3E}">
        <p14:creationId xmlns:p14="http://schemas.microsoft.com/office/powerpoint/2010/main" val="379692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8231-C6F8-9273-9DB7-CCD46BD5AF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C14BB9-4BBC-B7BF-F8EE-90DD9F1F8B85}"/>
              </a:ext>
            </a:extLst>
          </p:cNvPr>
          <p:cNvSpPr>
            <a:spLocks noGrp="1"/>
          </p:cNvSpPr>
          <p:nvPr>
            <p:ph type="title"/>
          </p:nvPr>
        </p:nvSpPr>
        <p:spPr>
          <a:xfrm>
            <a:off x="4285229" y="471646"/>
            <a:ext cx="3621542" cy="1400530"/>
          </a:xfrm>
        </p:spPr>
        <p:txBody>
          <a:bodyPr/>
          <a:lstStyle/>
          <a:p>
            <a:r>
              <a:rPr lang="es-MX" b="1" dirty="0">
                <a:latin typeface="Arial" panose="020B0604020202020204" pitchFamily="34" charset="0"/>
                <a:cs typeface="Arial" panose="020B0604020202020204" pitchFamily="34" charset="0"/>
              </a:rPr>
              <a:t>Justificación </a:t>
            </a:r>
          </a:p>
        </p:txBody>
      </p:sp>
      <p:sp>
        <p:nvSpPr>
          <p:cNvPr id="7" name="CuadroTexto 6">
            <a:extLst>
              <a:ext uri="{FF2B5EF4-FFF2-40B4-BE49-F238E27FC236}">
                <a16:creationId xmlns:a16="http://schemas.microsoft.com/office/drawing/2014/main" id="{A7700515-AA2F-B20A-8CEF-9CF4495DD6E2}"/>
              </a:ext>
            </a:extLst>
          </p:cNvPr>
          <p:cNvSpPr txBox="1"/>
          <p:nvPr/>
        </p:nvSpPr>
        <p:spPr>
          <a:xfrm>
            <a:off x="1768206" y="1746488"/>
            <a:ext cx="8655587" cy="2949525"/>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a simulación de procesos es una herramienta clave en la ingeniería para predecir, analizar y optimizar el comportamiento de sistemas reales sin necesidad de asumir los costos o riesgos de llevarlos a cabo en la práctica. Desarrollar estas soluciones en lenguajes como Java, Python y R nos permite comparar distintas tecnologías de programación, evaluar el uso de componentes gráficos e interpretar los resultados obtenidos. Además, la aplicación de pruebas de validación garantiza que los datos generados por los simuladores sean confiables y apegados a la realidad.</a:t>
            </a:r>
          </a:p>
        </p:txBody>
      </p:sp>
    </p:spTree>
    <p:extLst>
      <p:ext uri="{BB962C8B-B14F-4D97-AF65-F5344CB8AC3E}">
        <p14:creationId xmlns:p14="http://schemas.microsoft.com/office/powerpoint/2010/main" val="38826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EC2E1FE-E24B-400D-B39C-537C2CCED51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1147" y="534523"/>
            <a:ext cx="8809703" cy="4368442"/>
          </a:xfrm>
          <a:prstGeom prst="rect">
            <a:avLst/>
          </a:prstGeom>
        </p:spPr>
      </p:pic>
      <p:sp>
        <p:nvSpPr>
          <p:cNvPr id="9" name="CuadroTexto 8">
            <a:extLst>
              <a:ext uri="{FF2B5EF4-FFF2-40B4-BE49-F238E27FC236}">
                <a16:creationId xmlns:a16="http://schemas.microsoft.com/office/drawing/2014/main" id="{480D72AF-1616-4663-BC22-54048850ED05}"/>
              </a:ext>
            </a:extLst>
          </p:cNvPr>
          <p:cNvSpPr txBox="1"/>
          <p:nvPr/>
        </p:nvSpPr>
        <p:spPr>
          <a:xfrm>
            <a:off x="1768206" y="5307814"/>
            <a:ext cx="8655587"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En este programa se implementó la simulación de una cola de atención con modelo M/M/1. Se programó la lógica en la clase </a:t>
            </a:r>
            <a:r>
              <a:rPr lang="es-MX" dirty="0" err="1">
                <a:latin typeface="Arial" panose="020B0604020202020204" pitchFamily="34" charset="0"/>
                <a:cs typeface="Arial" panose="020B0604020202020204" pitchFamily="34" charset="0"/>
              </a:rPr>
              <a:t>LineasEspera</a:t>
            </a:r>
            <a:r>
              <a:rPr lang="es-MX" dirty="0">
                <a:latin typeface="Arial" panose="020B0604020202020204" pitchFamily="34" charset="0"/>
                <a:cs typeface="Arial" panose="020B0604020202020204" pitchFamily="34" charset="0"/>
              </a:rPr>
              <a:t> para calcular los tiempos entre llegadas de los clientes y los tiempos de servicio usando fórmulas exponenciales, registrando el tiempo que cada persona pasa esperando en la fila antes de ser atendida.</a:t>
            </a:r>
          </a:p>
        </p:txBody>
      </p:sp>
      <p:sp>
        <p:nvSpPr>
          <p:cNvPr id="6" name="CuadroTexto 5">
            <a:extLst>
              <a:ext uri="{FF2B5EF4-FFF2-40B4-BE49-F238E27FC236}">
                <a16:creationId xmlns:a16="http://schemas.microsoft.com/office/drawing/2014/main" id="{8A9BE94E-1ECD-6941-F298-D411E6B49AD4}"/>
              </a:ext>
            </a:extLst>
          </p:cNvPr>
          <p:cNvSpPr txBox="1"/>
          <p:nvPr/>
        </p:nvSpPr>
        <p:spPr>
          <a:xfrm>
            <a:off x="884903" y="72858"/>
            <a:ext cx="6096000" cy="461665"/>
          </a:xfrm>
          <a:prstGeom prst="rect">
            <a:avLst/>
          </a:prstGeom>
          <a:noFill/>
        </p:spPr>
        <p:txBody>
          <a:bodyPr wrap="square">
            <a:spAutoFit/>
          </a:bodyPr>
          <a:lstStyle/>
          <a:p>
            <a:r>
              <a:rPr lang="es-MX" sz="2400" b="1" dirty="0">
                <a:latin typeface="Arial" panose="020B0604020202020204" pitchFamily="34" charset="0"/>
                <a:cs typeface="Arial" panose="020B0604020202020204" pitchFamily="34" charset="0"/>
              </a:rPr>
              <a:t>Ejercicio 1: Líneas de Espera</a:t>
            </a:r>
          </a:p>
        </p:txBody>
      </p:sp>
    </p:spTree>
    <p:extLst>
      <p:ext uri="{BB962C8B-B14F-4D97-AF65-F5344CB8AC3E}">
        <p14:creationId xmlns:p14="http://schemas.microsoft.com/office/powerpoint/2010/main" val="253770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2B7A-F3EF-CF15-AE55-747EB4FE02A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CB062B9-50F6-9C06-8D70-5747BC215C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7291" y="403122"/>
            <a:ext cx="3179331" cy="5733760"/>
          </a:xfrm>
          <a:prstGeom prst="rect">
            <a:avLst/>
          </a:prstGeom>
        </p:spPr>
      </p:pic>
      <p:sp>
        <p:nvSpPr>
          <p:cNvPr id="9" name="CuadroTexto 8">
            <a:extLst>
              <a:ext uri="{FF2B5EF4-FFF2-40B4-BE49-F238E27FC236}">
                <a16:creationId xmlns:a16="http://schemas.microsoft.com/office/drawing/2014/main" id="{2CB7918C-9539-5D14-ED59-B63CA11E58F2}"/>
              </a:ext>
            </a:extLst>
          </p:cNvPr>
          <p:cNvSpPr txBox="1"/>
          <p:nvPr/>
        </p:nvSpPr>
        <p:spPr>
          <a:xfrm>
            <a:off x="8750710" y="713142"/>
            <a:ext cx="3215148" cy="2862322"/>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Al presionar el botón, la pantalla calcula los tiempos promedio y genera una gráfica de barras que muestra de forma clara cuánto esperó cada cliente. Esto sirve en la vida real para saber cuántas cajas o ventanillas abrir y no saturar el servicio.</a:t>
            </a:r>
          </a:p>
        </p:txBody>
      </p:sp>
      <p:pic>
        <p:nvPicPr>
          <p:cNvPr id="4" name="Imagen 3">
            <a:extLst>
              <a:ext uri="{FF2B5EF4-FFF2-40B4-BE49-F238E27FC236}">
                <a16:creationId xmlns:a16="http://schemas.microsoft.com/office/drawing/2014/main" id="{9D65E5E8-890B-2E54-3C23-71DD72A151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95545" y="313340"/>
            <a:ext cx="3984893" cy="4227381"/>
          </a:xfrm>
          <a:prstGeom prst="rect">
            <a:avLst/>
          </a:prstGeom>
        </p:spPr>
      </p:pic>
      <p:sp>
        <p:nvSpPr>
          <p:cNvPr id="5" name="CuadroTexto 4">
            <a:extLst>
              <a:ext uri="{FF2B5EF4-FFF2-40B4-BE49-F238E27FC236}">
                <a16:creationId xmlns:a16="http://schemas.microsoft.com/office/drawing/2014/main" id="{2DE34A13-28F4-435E-618D-3B80FE82599A}"/>
              </a:ext>
            </a:extLst>
          </p:cNvPr>
          <p:cNvSpPr txBox="1"/>
          <p:nvPr/>
        </p:nvSpPr>
        <p:spPr>
          <a:xfrm>
            <a:off x="4637909" y="4899289"/>
            <a:ext cx="5433241" cy="923330"/>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interfaz gráfica se diseñó para ingresar la tasa de llegada de clientes, la velocidad de atención y el total de personas a simular.</a:t>
            </a:r>
          </a:p>
        </p:txBody>
      </p:sp>
    </p:spTree>
    <p:extLst>
      <p:ext uri="{BB962C8B-B14F-4D97-AF65-F5344CB8AC3E}">
        <p14:creationId xmlns:p14="http://schemas.microsoft.com/office/powerpoint/2010/main" val="6769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CC626-5205-838E-2A0B-E960B8A3252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7A5EEBB1-D09B-41D3-5116-97B5E66F82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481771"/>
            <a:ext cx="7199296" cy="4525737"/>
          </a:xfrm>
          <a:prstGeom prst="rect">
            <a:avLst/>
          </a:prstGeom>
        </p:spPr>
      </p:pic>
      <p:sp>
        <p:nvSpPr>
          <p:cNvPr id="9" name="CuadroTexto 8">
            <a:extLst>
              <a:ext uri="{FF2B5EF4-FFF2-40B4-BE49-F238E27FC236}">
                <a16:creationId xmlns:a16="http://schemas.microsoft.com/office/drawing/2014/main" id="{21D2C099-A3B4-8593-48F9-D1C85A03C804}"/>
              </a:ext>
            </a:extLst>
          </p:cNvPr>
          <p:cNvSpPr txBox="1"/>
          <p:nvPr/>
        </p:nvSpPr>
        <p:spPr>
          <a:xfrm>
            <a:off x="7443019" y="2136338"/>
            <a:ext cx="4562168"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Para este ejercicio se programó una simulación de control de stock en un almacén dentro de la clase Inventario. El sistema simula las ventas diarias de forma aleatoria y monitorea cuando el inventario cae por debajo del punto de reorden para lanzar un pedido automáticamente, contemplando los días que tarda el proveedor en entregar.</a:t>
            </a:r>
          </a:p>
        </p:txBody>
      </p:sp>
      <p:sp>
        <p:nvSpPr>
          <p:cNvPr id="3" name="CuadroTexto 2">
            <a:extLst>
              <a:ext uri="{FF2B5EF4-FFF2-40B4-BE49-F238E27FC236}">
                <a16:creationId xmlns:a16="http://schemas.microsoft.com/office/drawing/2014/main" id="{07B2D4CB-D01F-06F9-F206-9A487B9641D5}"/>
              </a:ext>
            </a:extLst>
          </p:cNvPr>
          <p:cNvSpPr txBox="1"/>
          <p:nvPr/>
        </p:nvSpPr>
        <p:spPr>
          <a:xfrm>
            <a:off x="1533832" y="417873"/>
            <a:ext cx="4562168"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Ejercicio 2: Inventario  </a:t>
            </a:r>
          </a:p>
        </p:txBody>
      </p:sp>
    </p:spTree>
    <p:extLst>
      <p:ext uri="{BB962C8B-B14F-4D97-AF65-F5344CB8AC3E}">
        <p14:creationId xmlns:p14="http://schemas.microsoft.com/office/powerpoint/2010/main" val="420528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0FD2-983B-294F-F824-2FC6F6E8F96E}"/>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51B24BDB-B602-0CC6-A691-E9F4AFD4093D}"/>
              </a:ext>
            </a:extLst>
          </p:cNvPr>
          <p:cNvSpPr txBox="1"/>
          <p:nvPr/>
        </p:nvSpPr>
        <p:spPr>
          <a:xfrm>
            <a:off x="8026671" y="3920482"/>
            <a:ext cx="3927987"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En la parte inferior se integró una gráfica de líneas (</a:t>
            </a:r>
            <a:r>
              <a:rPr lang="es-MX" dirty="0" err="1">
                <a:latin typeface="Arial" panose="020B0604020202020204" pitchFamily="34" charset="0"/>
                <a:cs typeface="Arial" panose="020B0604020202020204" pitchFamily="34" charset="0"/>
              </a:rPr>
              <a:t>LineChart</a:t>
            </a:r>
            <a:r>
              <a:rPr lang="es-MX" dirty="0">
                <a:latin typeface="Arial" panose="020B0604020202020204" pitchFamily="34" charset="0"/>
                <a:cs typeface="Arial" panose="020B0604020202020204" pitchFamily="34" charset="0"/>
              </a:rPr>
              <a:t>) que muestra cómo sube y baja el inventario con el paso del tiempo. Esto ayuda a cualquier empresa a evitar quedarse sin mercancía sin tener exceso de bodega.</a:t>
            </a:r>
          </a:p>
        </p:txBody>
      </p:sp>
      <p:sp>
        <p:nvSpPr>
          <p:cNvPr id="5" name="CuadroTexto 4">
            <a:extLst>
              <a:ext uri="{FF2B5EF4-FFF2-40B4-BE49-F238E27FC236}">
                <a16:creationId xmlns:a16="http://schemas.microsoft.com/office/drawing/2014/main" id="{D4BBE4C0-6F0E-1D7F-CD28-A5EDB800FBE1}"/>
              </a:ext>
            </a:extLst>
          </p:cNvPr>
          <p:cNvSpPr txBox="1"/>
          <p:nvPr/>
        </p:nvSpPr>
        <p:spPr>
          <a:xfrm>
            <a:off x="8026672" y="721527"/>
            <a:ext cx="3927987"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En la interfaz organizamos los campos de entrada en la parte superior para definir el stock inicial, el reorden y los días a simular.</a:t>
            </a:r>
          </a:p>
        </p:txBody>
      </p:sp>
      <p:pic>
        <p:nvPicPr>
          <p:cNvPr id="3" name="Imagen 2">
            <a:extLst>
              <a:ext uri="{FF2B5EF4-FFF2-40B4-BE49-F238E27FC236}">
                <a16:creationId xmlns:a16="http://schemas.microsoft.com/office/drawing/2014/main" id="{68B93FD0-2E36-3121-FB87-4C028A984286}"/>
              </a:ext>
            </a:extLst>
          </p:cNvPr>
          <p:cNvPicPr>
            <a:picLocks noChangeAspect="1"/>
          </p:cNvPicPr>
          <p:nvPr/>
        </p:nvPicPr>
        <p:blipFill>
          <a:blip r:embed="rId2"/>
          <a:stretch>
            <a:fillRect/>
          </a:stretch>
        </p:blipFill>
        <p:spPr>
          <a:xfrm>
            <a:off x="0" y="590109"/>
            <a:ext cx="7702657" cy="1463167"/>
          </a:xfrm>
          <a:prstGeom prst="rect">
            <a:avLst/>
          </a:prstGeom>
        </p:spPr>
      </p:pic>
      <p:pic>
        <p:nvPicPr>
          <p:cNvPr id="7" name="Imagen 6">
            <a:extLst>
              <a:ext uri="{FF2B5EF4-FFF2-40B4-BE49-F238E27FC236}">
                <a16:creationId xmlns:a16="http://schemas.microsoft.com/office/drawing/2014/main" id="{C01D01FC-858E-5AE9-6E53-63BB7CEA19FB}"/>
              </a:ext>
            </a:extLst>
          </p:cNvPr>
          <p:cNvPicPr>
            <a:picLocks noChangeAspect="1"/>
          </p:cNvPicPr>
          <p:nvPr/>
        </p:nvPicPr>
        <p:blipFill>
          <a:blip r:embed="rId3"/>
          <a:stretch>
            <a:fillRect/>
          </a:stretch>
        </p:blipFill>
        <p:spPr>
          <a:xfrm>
            <a:off x="21031" y="2850499"/>
            <a:ext cx="7681626" cy="3939881"/>
          </a:xfrm>
          <a:prstGeom prst="rect">
            <a:avLst/>
          </a:prstGeom>
        </p:spPr>
      </p:pic>
    </p:spTree>
    <p:extLst>
      <p:ext uri="{BB962C8B-B14F-4D97-AF65-F5344CB8AC3E}">
        <p14:creationId xmlns:p14="http://schemas.microsoft.com/office/powerpoint/2010/main" val="959373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84269-2B45-D8C6-6827-326793DB9F7F}"/>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E222D2D-5C93-C613-1682-C2AB3705CA2B}"/>
              </a:ext>
            </a:extLst>
          </p:cNvPr>
          <p:cNvSpPr txBox="1"/>
          <p:nvPr/>
        </p:nvSpPr>
        <p:spPr>
          <a:xfrm>
            <a:off x="8160774" y="1466501"/>
            <a:ext cx="4031226" cy="2862322"/>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Aquí se desarrolló un módulo de validación estadística en Java. La clase </a:t>
            </a:r>
            <a:r>
              <a:rPr lang="es-MX" dirty="0" err="1">
                <a:latin typeface="Arial" panose="020B0604020202020204" pitchFamily="34" charset="0"/>
                <a:cs typeface="Arial" panose="020B0604020202020204" pitchFamily="34" charset="0"/>
              </a:rPr>
              <a:t>ValidacionParametrica</a:t>
            </a:r>
            <a:r>
              <a:rPr lang="es-MX" dirty="0">
                <a:latin typeface="Arial" panose="020B0604020202020204" pitchFamily="34" charset="0"/>
                <a:cs typeface="Arial" panose="020B0604020202020204" pitchFamily="34" charset="0"/>
              </a:rPr>
              <a:t> genera datos simulados con distribución normal y aplica la fórmula de la prueba t de Student para comparar la media de los datos generados contra una media teórica esperada, determinando formalmente si el simulador es confiable.</a:t>
            </a:r>
          </a:p>
        </p:txBody>
      </p:sp>
      <p:sp>
        <p:nvSpPr>
          <p:cNvPr id="5" name="CuadroTexto 4">
            <a:extLst>
              <a:ext uri="{FF2B5EF4-FFF2-40B4-BE49-F238E27FC236}">
                <a16:creationId xmlns:a16="http://schemas.microsoft.com/office/drawing/2014/main" id="{902F4699-52E0-C20A-53A4-6110F87AC86E}"/>
              </a:ext>
            </a:extLst>
          </p:cNvPr>
          <p:cNvSpPr txBox="1"/>
          <p:nvPr/>
        </p:nvSpPr>
        <p:spPr>
          <a:xfrm>
            <a:off x="633262" y="98084"/>
            <a:ext cx="6249319"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Ejercicios 3: Validación Paramétrica</a:t>
            </a:r>
          </a:p>
        </p:txBody>
      </p:sp>
      <p:pic>
        <p:nvPicPr>
          <p:cNvPr id="6" name="Imagen 5">
            <a:extLst>
              <a:ext uri="{FF2B5EF4-FFF2-40B4-BE49-F238E27FC236}">
                <a16:creationId xmlns:a16="http://schemas.microsoft.com/office/drawing/2014/main" id="{E3514E2A-852C-731F-AFCF-EB49DADAAA28}"/>
              </a:ext>
            </a:extLst>
          </p:cNvPr>
          <p:cNvPicPr>
            <a:picLocks noChangeAspect="1"/>
          </p:cNvPicPr>
          <p:nvPr/>
        </p:nvPicPr>
        <p:blipFill>
          <a:blip r:embed="rId2"/>
          <a:stretch>
            <a:fillRect/>
          </a:stretch>
        </p:blipFill>
        <p:spPr>
          <a:xfrm>
            <a:off x="0" y="914400"/>
            <a:ext cx="8160774" cy="5845516"/>
          </a:xfrm>
          <a:prstGeom prst="rect">
            <a:avLst/>
          </a:prstGeom>
        </p:spPr>
      </p:pic>
    </p:spTree>
    <p:extLst>
      <p:ext uri="{BB962C8B-B14F-4D97-AF65-F5344CB8AC3E}">
        <p14:creationId xmlns:p14="http://schemas.microsoft.com/office/powerpoint/2010/main" val="2627952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858E8-6B57-3362-46C4-6BCC79F4854A}"/>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488452C3-331A-CC4A-718C-1CD4F5964723}"/>
              </a:ext>
            </a:extLst>
          </p:cNvPr>
          <p:cNvSpPr txBox="1"/>
          <p:nvPr/>
        </p:nvSpPr>
        <p:spPr>
          <a:xfrm>
            <a:off x="6705599" y="4496678"/>
            <a:ext cx="5007537"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segunda pestaña despliega una gráfica de dispersión (</a:t>
            </a:r>
            <a:r>
              <a:rPr lang="es-MX" dirty="0" err="1">
                <a:latin typeface="Arial" panose="020B0604020202020204" pitchFamily="34" charset="0"/>
                <a:cs typeface="Arial" panose="020B0604020202020204" pitchFamily="34" charset="0"/>
              </a:rPr>
              <a:t>ScatterChart</a:t>
            </a:r>
            <a:r>
              <a:rPr lang="es-MX" dirty="0">
                <a:latin typeface="Arial" panose="020B0604020202020204" pitchFamily="34" charset="0"/>
                <a:cs typeface="Arial" panose="020B0604020202020204" pitchFamily="34" charset="0"/>
              </a:rPr>
              <a:t>) donde se aprecian las muestras alrededor del valor esperado. Esta prueba es clave para comprobar que la simulación no está inventando datos fuera de la realidad.</a:t>
            </a:r>
          </a:p>
        </p:txBody>
      </p:sp>
      <p:sp>
        <p:nvSpPr>
          <p:cNvPr id="7" name="CuadroTexto 6">
            <a:extLst>
              <a:ext uri="{FF2B5EF4-FFF2-40B4-BE49-F238E27FC236}">
                <a16:creationId xmlns:a16="http://schemas.microsoft.com/office/drawing/2014/main" id="{C1B75107-C201-2D6B-1ED5-A0363D0047FD}"/>
              </a:ext>
            </a:extLst>
          </p:cNvPr>
          <p:cNvSpPr txBox="1"/>
          <p:nvPr/>
        </p:nvSpPr>
        <p:spPr>
          <a:xfrm>
            <a:off x="478864" y="4496678"/>
            <a:ext cx="4626995"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En </a:t>
            </a:r>
            <a:r>
              <a:rPr lang="es-MX" dirty="0" err="1">
                <a:latin typeface="Arial" panose="020B0604020202020204" pitchFamily="34" charset="0"/>
                <a:cs typeface="Arial" panose="020B0604020202020204" pitchFamily="34" charset="0"/>
              </a:rPr>
              <a:t>Scene</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Builder</a:t>
            </a:r>
            <a:r>
              <a:rPr lang="es-MX" dirty="0">
                <a:latin typeface="Arial" panose="020B0604020202020204" pitchFamily="34" charset="0"/>
                <a:cs typeface="Arial" panose="020B0604020202020204" pitchFamily="34" charset="0"/>
              </a:rPr>
              <a:t> usamos un diseño basado en pestañas (</a:t>
            </a:r>
            <a:r>
              <a:rPr lang="es-MX" dirty="0" err="1">
                <a:latin typeface="Arial" panose="020B0604020202020204" pitchFamily="34" charset="0"/>
                <a:cs typeface="Arial" panose="020B0604020202020204" pitchFamily="34" charset="0"/>
              </a:rPr>
              <a:t>TabPane</a:t>
            </a:r>
            <a:r>
              <a:rPr lang="es-MX" dirty="0">
                <a:latin typeface="Arial" panose="020B0604020202020204" pitchFamily="34" charset="0"/>
                <a:cs typeface="Arial" panose="020B0604020202020204" pitchFamily="34" charset="0"/>
              </a:rPr>
              <a:t>). La primera pestaña muestra los controles y el dictamen final sobre si el simulador pasa o no la prueba.</a:t>
            </a:r>
          </a:p>
        </p:txBody>
      </p:sp>
      <p:pic>
        <p:nvPicPr>
          <p:cNvPr id="5" name="Imagen 4">
            <a:extLst>
              <a:ext uri="{FF2B5EF4-FFF2-40B4-BE49-F238E27FC236}">
                <a16:creationId xmlns:a16="http://schemas.microsoft.com/office/drawing/2014/main" id="{D6C9207B-2356-4F5C-71FC-FD7D268E0AC0}"/>
              </a:ext>
            </a:extLst>
          </p:cNvPr>
          <p:cNvPicPr>
            <a:picLocks noChangeAspect="1"/>
          </p:cNvPicPr>
          <p:nvPr/>
        </p:nvPicPr>
        <p:blipFill>
          <a:blip r:embed="rId2"/>
          <a:stretch>
            <a:fillRect/>
          </a:stretch>
        </p:blipFill>
        <p:spPr>
          <a:xfrm>
            <a:off x="0" y="194535"/>
            <a:ext cx="6032377" cy="3563840"/>
          </a:xfrm>
          <a:prstGeom prst="rect">
            <a:avLst/>
          </a:prstGeom>
        </p:spPr>
      </p:pic>
      <p:pic>
        <p:nvPicPr>
          <p:cNvPr id="8" name="Imagen 7">
            <a:extLst>
              <a:ext uri="{FF2B5EF4-FFF2-40B4-BE49-F238E27FC236}">
                <a16:creationId xmlns:a16="http://schemas.microsoft.com/office/drawing/2014/main" id="{1E533D6E-D183-0321-5CC6-B0D8FAEC6B9E}"/>
              </a:ext>
            </a:extLst>
          </p:cNvPr>
          <p:cNvPicPr>
            <a:picLocks noChangeAspect="1"/>
          </p:cNvPicPr>
          <p:nvPr/>
        </p:nvPicPr>
        <p:blipFill>
          <a:blip r:embed="rId3"/>
          <a:stretch>
            <a:fillRect/>
          </a:stretch>
        </p:blipFill>
        <p:spPr>
          <a:xfrm>
            <a:off x="6096000" y="194534"/>
            <a:ext cx="6096000" cy="3563841"/>
          </a:xfrm>
          <a:prstGeom prst="rect">
            <a:avLst/>
          </a:prstGeom>
        </p:spPr>
      </p:pic>
    </p:spTree>
    <p:extLst>
      <p:ext uri="{BB962C8B-B14F-4D97-AF65-F5344CB8AC3E}">
        <p14:creationId xmlns:p14="http://schemas.microsoft.com/office/powerpoint/2010/main" val="369481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CD5C7-79FD-FB25-C1E0-3806D3FF9A06}"/>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2CA6B2E6-64F5-1B7A-D12F-25F2A19F993F}"/>
              </a:ext>
            </a:extLst>
          </p:cNvPr>
          <p:cNvSpPr txBox="1"/>
          <p:nvPr/>
        </p:nvSpPr>
        <p:spPr>
          <a:xfrm>
            <a:off x="7944465" y="1720840"/>
            <a:ext cx="3805083"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programa usamos Python con </a:t>
            </a:r>
            <a:r>
              <a:rPr lang="es-MX" dirty="0" err="1">
                <a:latin typeface="Arial" panose="020B0604020202020204" pitchFamily="34" charset="0"/>
                <a:cs typeface="Arial" panose="020B0604020202020204" pitchFamily="34" charset="0"/>
              </a:rPr>
              <a:t>Tkinter</a:t>
            </a:r>
            <a:r>
              <a:rPr lang="es-MX" dirty="0">
                <a:latin typeface="Arial" panose="020B0604020202020204" pitchFamily="34" charset="0"/>
                <a:cs typeface="Arial" panose="020B0604020202020204" pitchFamily="34" charset="0"/>
              </a:rPr>
              <a:t> y </a:t>
            </a:r>
            <a:r>
              <a:rPr lang="es-MX" dirty="0" err="1">
                <a:latin typeface="Arial" panose="020B0604020202020204" pitchFamily="34" charset="0"/>
                <a:cs typeface="Arial" panose="020B0604020202020204" pitchFamily="34" charset="0"/>
              </a:rPr>
              <a:t>Matplotlib</a:t>
            </a:r>
            <a:r>
              <a:rPr lang="es-MX" dirty="0">
                <a:latin typeface="Arial" panose="020B0604020202020204" pitchFamily="34" charset="0"/>
                <a:cs typeface="Arial" panose="020B0604020202020204" pitchFamily="34" charset="0"/>
              </a:rPr>
              <a:t> para simular una cola de atención M/M/1. El código calcula de forma automática cuánto tiempo espera cada cliente en la fila usando fórmulas exponenciales, generando los datos necesarios para analizar el comportamiento del sistema.</a:t>
            </a:r>
          </a:p>
        </p:txBody>
      </p:sp>
      <p:sp>
        <p:nvSpPr>
          <p:cNvPr id="11" name="CuadroTexto 10">
            <a:extLst>
              <a:ext uri="{FF2B5EF4-FFF2-40B4-BE49-F238E27FC236}">
                <a16:creationId xmlns:a16="http://schemas.microsoft.com/office/drawing/2014/main" id="{98FCDC6A-808B-2DD8-F3C8-45B2EEE1DA8D}"/>
              </a:ext>
            </a:extLst>
          </p:cNvPr>
          <p:cNvSpPr txBox="1"/>
          <p:nvPr/>
        </p:nvSpPr>
        <p:spPr>
          <a:xfrm>
            <a:off x="775831" y="134316"/>
            <a:ext cx="9007266"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Ejercicios en Python       Ejercicio 1: </a:t>
            </a:r>
            <a:r>
              <a:rPr lang="es-MX" sz="2400" b="1" dirty="0" err="1">
                <a:latin typeface="Arial" panose="020B0604020202020204" pitchFamily="34" charset="0"/>
                <a:cs typeface="Arial" panose="020B0604020202020204" pitchFamily="34" charset="0"/>
              </a:rPr>
              <a:t>Lineas</a:t>
            </a:r>
            <a:r>
              <a:rPr lang="es-MX" sz="2400" b="1" dirty="0">
                <a:latin typeface="Arial" panose="020B0604020202020204" pitchFamily="34" charset="0"/>
                <a:cs typeface="Arial" panose="020B0604020202020204" pitchFamily="34" charset="0"/>
              </a:rPr>
              <a:t> de Espera</a:t>
            </a:r>
          </a:p>
        </p:txBody>
      </p:sp>
      <p:pic>
        <p:nvPicPr>
          <p:cNvPr id="5" name="Imagen 4">
            <a:extLst>
              <a:ext uri="{FF2B5EF4-FFF2-40B4-BE49-F238E27FC236}">
                <a16:creationId xmlns:a16="http://schemas.microsoft.com/office/drawing/2014/main" id="{B439D6C9-F414-10F9-0CB2-A1A0DAF640F3}"/>
              </a:ext>
            </a:extLst>
          </p:cNvPr>
          <p:cNvPicPr>
            <a:picLocks noChangeAspect="1"/>
          </p:cNvPicPr>
          <p:nvPr/>
        </p:nvPicPr>
        <p:blipFill>
          <a:blip r:embed="rId2"/>
          <a:stretch>
            <a:fillRect/>
          </a:stretch>
        </p:blipFill>
        <p:spPr>
          <a:xfrm>
            <a:off x="0" y="967905"/>
            <a:ext cx="7354529" cy="5755779"/>
          </a:xfrm>
          <a:prstGeom prst="rect">
            <a:avLst/>
          </a:prstGeom>
        </p:spPr>
      </p:pic>
    </p:spTree>
    <p:extLst>
      <p:ext uri="{BB962C8B-B14F-4D97-AF65-F5344CB8AC3E}">
        <p14:creationId xmlns:p14="http://schemas.microsoft.com/office/powerpoint/2010/main" val="1856416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05FC3-D25E-A740-1DA8-559E2E0CB47A}"/>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8A4954EE-9FDF-CC15-D7A9-19124C9AD5E5}"/>
              </a:ext>
            </a:extLst>
          </p:cNvPr>
          <p:cNvSpPr txBox="1"/>
          <p:nvPr/>
        </p:nvSpPr>
        <p:spPr>
          <a:xfrm>
            <a:off x="633263" y="4704339"/>
            <a:ext cx="5007537" cy="923330"/>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En la ventana creada con </a:t>
            </a:r>
            <a:r>
              <a:rPr lang="es-MX" dirty="0" err="1">
                <a:latin typeface="Arial" panose="020B0604020202020204" pitchFamily="34" charset="0"/>
                <a:cs typeface="Arial" panose="020B0604020202020204" pitchFamily="34" charset="0"/>
              </a:rPr>
              <a:t>Tkinter</a:t>
            </a:r>
            <a:r>
              <a:rPr lang="es-MX" dirty="0">
                <a:latin typeface="Arial" panose="020B0604020202020204" pitchFamily="34" charset="0"/>
                <a:cs typeface="Arial" panose="020B0604020202020204" pitchFamily="34" charset="0"/>
              </a:rPr>
              <a:t> se ingresan la llegada de clientes, la rapidez de atención y el total de personas.</a:t>
            </a:r>
          </a:p>
        </p:txBody>
      </p:sp>
      <p:sp>
        <p:nvSpPr>
          <p:cNvPr id="7" name="CuadroTexto 6">
            <a:extLst>
              <a:ext uri="{FF2B5EF4-FFF2-40B4-BE49-F238E27FC236}">
                <a16:creationId xmlns:a16="http://schemas.microsoft.com/office/drawing/2014/main" id="{63305B79-A539-2492-6BE9-5E9B4BDA58F7}"/>
              </a:ext>
            </a:extLst>
          </p:cNvPr>
          <p:cNvSpPr txBox="1"/>
          <p:nvPr/>
        </p:nvSpPr>
        <p:spPr>
          <a:xfrm>
            <a:off x="6709599" y="4704339"/>
            <a:ext cx="4626995"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pantalla muestra el porcentaje de trabajo del servidor, el tiempo promedio de espera y una gráfica de barras con los minutos que esperó cada cliente.</a:t>
            </a:r>
          </a:p>
        </p:txBody>
      </p:sp>
      <p:pic>
        <p:nvPicPr>
          <p:cNvPr id="5" name="Imagen 4">
            <a:extLst>
              <a:ext uri="{FF2B5EF4-FFF2-40B4-BE49-F238E27FC236}">
                <a16:creationId xmlns:a16="http://schemas.microsoft.com/office/drawing/2014/main" id="{7E16B468-506C-3F66-4421-FB9586B8152D}"/>
              </a:ext>
            </a:extLst>
          </p:cNvPr>
          <p:cNvPicPr>
            <a:picLocks noChangeAspect="1"/>
          </p:cNvPicPr>
          <p:nvPr/>
        </p:nvPicPr>
        <p:blipFill>
          <a:blip r:embed="rId2"/>
          <a:srcRect r="39560"/>
          <a:stretch>
            <a:fillRect/>
          </a:stretch>
        </p:blipFill>
        <p:spPr>
          <a:xfrm>
            <a:off x="633264" y="1531267"/>
            <a:ext cx="5007536" cy="1916861"/>
          </a:xfrm>
          <a:prstGeom prst="rect">
            <a:avLst/>
          </a:prstGeom>
        </p:spPr>
      </p:pic>
      <p:pic>
        <p:nvPicPr>
          <p:cNvPr id="8" name="Imagen 7">
            <a:extLst>
              <a:ext uri="{FF2B5EF4-FFF2-40B4-BE49-F238E27FC236}">
                <a16:creationId xmlns:a16="http://schemas.microsoft.com/office/drawing/2014/main" id="{E81A96A5-A89E-77BD-7E2D-B858BA13A0D8}"/>
              </a:ext>
            </a:extLst>
          </p:cNvPr>
          <p:cNvPicPr>
            <a:picLocks noChangeAspect="1"/>
          </p:cNvPicPr>
          <p:nvPr/>
        </p:nvPicPr>
        <p:blipFill>
          <a:blip r:embed="rId3"/>
          <a:stretch>
            <a:fillRect/>
          </a:stretch>
        </p:blipFill>
        <p:spPr>
          <a:xfrm>
            <a:off x="6341317" y="943785"/>
            <a:ext cx="5850683" cy="3091824"/>
          </a:xfrm>
          <a:prstGeom prst="rect">
            <a:avLst/>
          </a:prstGeom>
        </p:spPr>
      </p:pic>
    </p:spTree>
    <p:extLst>
      <p:ext uri="{BB962C8B-B14F-4D97-AF65-F5344CB8AC3E}">
        <p14:creationId xmlns:p14="http://schemas.microsoft.com/office/powerpoint/2010/main" val="708655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ACFC-E078-DE0D-A238-7136220E520F}"/>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DD777743-80A2-1DDF-EB9C-FAD0A8352DE3}"/>
              </a:ext>
            </a:extLst>
          </p:cNvPr>
          <p:cNvSpPr txBox="1"/>
          <p:nvPr/>
        </p:nvSpPr>
        <p:spPr>
          <a:xfrm>
            <a:off x="7944465" y="1720840"/>
            <a:ext cx="3805083"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programa se programó la clase </a:t>
            </a:r>
            <a:r>
              <a:rPr lang="es-MX" dirty="0" err="1">
                <a:latin typeface="Arial" panose="020B0604020202020204" pitchFamily="34" charset="0"/>
                <a:cs typeface="Arial" panose="020B0604020202020204" pitchFamily="34" charset="0"/>
              </a:rPr>
              <a:t>SimulacionInventario</a:t>
            </a:r>
            <a:r>
              <a:rPr lang="es-MX" dirty="0">
                <a:latin typeface="Arial" panose="020B0604020202020204" pitchFamily="34" charset="0"/>
                <a:cs typeface="Arial" panose="020B0604020202020204" pitchFamily="34" charset="0"/>
              </a:rPr>
              <a:t> para simular las compras y salidas de productos en un almacén. El código descuenta la demanda diaria al azar y realiza un pedido automático cuando las existencias caen por debajo del nivel de reorden.</a:t>
            </a:r>
          </a:p>
        </p:txBody>
      </p:sp>
      <p:sp>
        <p:nvSpPr>
          <p:cNvPr id="11" name="CuadroTexto 10">
            <a:extLst>
              <a:ext uri="{FF2B5EF4-FFF2-40B4-BE49-F238E27FC236}">
                <a16:creationId xmlns:a16="http://schemas.microsoft.com/office/drawing/2014/main" id="{47CFCA38-6F52-4F78-D358-6AF67CC2EE1C}"/>
              </a:ext>
            </a:extLst>
          </p:cNvPr>
          <p:cNvSpPr txBox="1"/>
          <p:nvPr/>
        </p:nvSpPr>
        <p:spPr>
          <a:xfrm>
            <a:off x="775831" y="134316"/>
            <a:ext cx="9007266"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Ejercicio 2: Sistema de Inventario</a:t>
            </a:r>
          </a:p>
        </p:txBody>
      </p:sp>
      <p:pic>
        <p:nvPicPr>
          <p:cNvPr id="5" name="Imagen 4">
            <a:extLst>
              <a:ext uri="{FF2B5EF4-FFF2-40B4-BE49-F238E27FC236}">
                <a16:creationId xmlns:a16="http://schemas.microsoft.com/office/drawing/2014/main" id="{D379F929-971E-BD9B-1276-68119AEE50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967905"/>
            <a:ext cx="7069393" cy="5755779"/>
          </a:xfrm>
          <a:prstGeom prst="rect">
            <a:avLst/>
          </a:prstGeom>
        </p:spPr>
      </p:pic>
    </p:spTree>
    <p:extLst>
      <p:ext uri="{BB962C8B-B14F-4D97-AF65-F5344CB8AC3E}">
        <p14:creationId xmlns:p14="http://schemas.microsoft.com/office/powerpoint/2010/main" val="3803033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D1570-86A9-91BF-90BB-C576232A84E2}"/>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DB50BEC0-D750-79E8-BE92-48FD1F65EE9F}"/>
              </a:ext>
            </a:extLst>
          </p:cNvPr>
          <p:cNvSpPr txBox="1"/>
          <p:nvPr/>
        </p:nvSpPr>
        <p:spPr>
          <a:xfrm>
            <a:off x="633263" y="4704339"/>
            <a:ext cx="5007537" cy="923330"/>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interfaz gráfica en </a:t>
            </a:r>
            <a:r>
              <a:rPr lang="es-MX" dirty="0" err="1">
                <a:latin typeface="Arial" panose="020B0604020202020204" pitchFamily="34" charset="0"/>
                <a:cs typeface="Arial" panose="020B0604020202020204" pitchFamily="34" charset="0"/>
              </a:rPr>
              <a:t>Tkinter</a:t>
            </a:r>
            <a:r>
              <a:rPr lang="es-MX" dirty="0">
                <a:latin typeface="Arial" panose="020B0604020202020204" pitchFamily="34" charset="0"/>
                <a:cs typeface="Arial" panose="020B0604020202020204" pitchFamily="34" charset="0"/>
              </a:rPr>
              <a:t> permite ingresar la cantidad inicial, el punto de reorden y los días a simular.</a:t>
            </a:r>
          </a:p>
        </p:txBody>
      </p:sp>
      <p:sp>
        <p:nvSpPr>
          <p:cNvPr id="7" name="CuadroTexto 6">
            <a:extLst>
              <a:ext uri="{FF2B5EF4-FFF2-40B4-BE49-F238E27FC236}">
                <a16:creationId xmlns:a16="http://schemas.microsoft.com/office/drawing/2014/main" id="{CDBDD347-00B9-A98A-656B-61695CE86C64}"/>
              </a:ext>
            </a:extLst>
          </p:cNvPr>
          <p:cNvSpPr txBox="1"/>
          <p:nvPr/>
        </p:nvSpPr>
        <p:spPr>
          <a:xfrm>
            <a:off x="6709599" y="4704339"/>
            <a:ext cx="4626995"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Muestra un resumen del stock promedio, mínimo y máximo alcanzado, acompañado de una gráfica de líneas interactiva de </a:t>
            </a:r>
            <a:r>
              <a:rPr lang="es-MX" dirty="0" err="1">
                <a:latin typeface="Arial" panose="020B0604020202020204" pitchFamily="34" charset="0"/>
                <a:cs typeface="Arial" panose="020B0604020202020204" pitchFamily="34" charset="0"/>
              </a:rPr>
              <a:t>Matplotlib</a:t>
            </a:r>
            <a:r>
              <a:rPr lang="es-MX" dirty="0">
                <a:latin typeface="Arial" panose="020B0604020202020204" pitchFamily="34" charset="0"/>
                <a:cs typeface="Arial" panose="020B0604020202020204" pitchFamily="34" charset="0"/>
              </a:rPr>
              <a:t> que muestra cómo sube y baja el inventario.</a:t>
            </a:r>
          </a:p>
        </p:txBody>
      </p:sp>
      <p:pic>
        <p:nvPicPr>
          <p:cNvPr id="5" name="Imagen 4">
            <a:extLst>
              <a:ext uri="{FF2B5EF4-FFF2-40B4-BE49-F238E27FC236}">
                <a16:creationId xmlns:a16="http://schemas.microsoft.com/office/drawing/2014/main" id="{F5BA9D4B-6B08-78C5-35ED-AAEF306F7B38}"/>
              </a:ext>
            </a:extLst>
          </p:cNvPr>
          <p:cNvPicPr>
            <a:picLocks noChangeAspect="1"/>
          </p:cNvPicPr>
          <p:nvPr/>
        </p:nvPicPr>
        <p:blipFill>
          <a:blip r:embed="rId2">
            <a:extLst>
              <a:ext uri="{28A0092B-C50C-407E-A947-70E740481C1C}">
                <a14:useLocalDpi xmlns:a14="http://schemas.microsoft.com/office/drawing/2010/main" val="0"/>
              </a:ext>
            </a:extLst>
          </a:blip>
          <a:srcRect t="14425" b="14425"/>
          <a:stretch/>
        </p:blipFill>
        <p:spPr>
          <a:xfrm>
            <a:off x="230140" y="1432944"/>
            <a:ext cx="5503383" cy="2106669"/>
          </a:xfrm>
          <a:prstGeom prst="rect">
            <a:avLst/>
          </a:prstGeom>
        </p:spPr>
      </p:pic>
      <p:pic>
        <p:nvPicPr>
          <p:cNvPr id="8" name="Imagen 7">
            <a:extLst>
              <a:ext uri="{FF2B5EF4-FFF2-40B4-BE49-F238E27FC236}">
                <a16:creationId xmlns:a16="http://schemas.microsoft.com/office/drawing/2014/main" id="{E910DE2A-04D6-A021-302B-6CAE2F428E5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41317" y="491613"/>
            <a:ext cx="5850683" cy="3448230"/>
          </a:xfrm>
          <a:prstGeom prst="rect">
            <a:avLst/>
          </a:prstGeom>
        </p:spPr>
      </p:pic>
    </p:spTree>
    <p:extLst>
      <p:ext uri="{BB962C8B-B14F-4D97-AF65-F5344CB8AC3E}">
        <p14:creationId xmlns:p14="http://schemas.microsoft.com/office/powerpoint/2010/main" val="134445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94706-4D30-ABDD-0088-E2EC5C5EED18}"/>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95ADFC27-915F-CD95-F8AF-E4347AE0A439}"/>
              </a:ext>
            </a:extLst>
          </p:cNvPr>
          <p:cNvSpPr txBox="1"/>
          <p:nvPr/>
        </p:nvSpPr>
        <p:spPr>
          <a:xfrm>
            <a:off x="7944465" y="1720840"/>
            <a:ext cx="3805083"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módulo se aplica una prueba estadística t de Student en Python. La clase </a:t>
            </a:r>
            <a:r>
              <a:rPr lang="es-MX" dirty="0" err="1">
                <a:latin typeface="Arial" panose="020B0604020202020204" pitchFamily="34" charset="0"/>
                <a:cs typeface="Arial" panose="020B0604020202020204" pitchFamily="34" charset="0"/>
              </a:rPr>
              <a:t>ValidacionParametrica</a:t>
            </a:r>
            <a:r>
              <a:rPr lang="es-MX" dirty="0">
                <a:latin typeface="Arial" panose="020B0604020202020204" pitchFamily="34" charset="0"/>
                <a:cs typeface="Arial" panose="020B0604020202020204" pitchFamily="34" charset="0"/>
              </a:rPr>
              <a:t> toma los promedios y desviaciones del simulador para calcular el estadístico t y verificar si los datos generados cumplen con las normas esperadas.</a:t>
            </a:r>
          </a:p>
        </p:txBody>
      </p:sp>
      <p:sp>
        <p:nvSpPr>
          <p:cNvPr id="11" name="CuadroTexto 10">
            <a:extLst>
              <a:ext uri="{FF2B5EF4-FFF2-40B4-BE49-F238E27FC236}">
                <a16:creationId xmlns:a16="http://schemas.microsoft.com/office/drawing/2014/main" id="{DB2D7A9B-9DD5-3C17-9D83-D473F5220A53}"/>
              </a:ext>
            </a:extLst>
          </p:cNvPr>
          <p:cNvSpPr txBox="1"/>
          <p:nvPr/>
        </p:nvSpPr>
        <p:spPr>
          <a:xfrm>
            <a:off x="775831" y="134316"/>
            <a:ext cx="9007266"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Ejercicio 3: Validación Paramétrica</a:t>
            </a:r>
          </a:p>
        </p:txBody>
      </p:sp>
      <p:pic>
        <p:nvPicPr>
          <p:cNvPr id="5" name="Imagen 4">
            <a:extLst>
              <a:ext uri="{FF2B5EF4-FFF2-40B4-BE49-F238E27FC236}">
                <a16:creationId xmlns:a16="http://schemas.microsoft.com/office/drawing/2014/main" id="{9CD59D8A-803C-80F6-8C68-1B3747E65C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190460"/>
            <a:ext cx="7443019" cy="5667539"/>
          </a:xfrm>
          <a:prstGeom prst="rect">
            <a:avLst/>
          </a:prstGeom>
        </p:spPr>
      </p:pic>
    </p:spTree>
    <p:extLst>
      <p:ext uri="{BB962C8B-B14F-4D97-AF65-F5344CB8AC3E}">
        <p14:creationId xmlns:p14="http://schemas.microsoft.com/office/powerpoint/2010/main" val="1334762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CD45-660B-CE4E-5DC2-1EC391AAB597}"/>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9262F3BA-F5B9-E405-A2F9-51DF16DBCCAD}"/>
              </a:ext>
            </a:extLst>
          </p:cNvPr>
          <p:cNvSpPr txBox="1"/>
          <p:nvPr/>
        </p:nvSpPr>
        <p:spPr>
          <a:xfrm>
            <a:off x="243650" y="4704339"/>
            <a:ext cx="5007537"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interfaz gráfica permite ingresar los parámetros de prueba e indica con un dictamen automático si la simulación es válida o no.</a:t>
            </a:r>
          </a:p>
        </p:txBody>
      </p:sp>
      <p:sp>
        <p:nvSpPr>
          <p:cNvPr id="7" name="CuadroTexto 6">
            <a:extLst>
              <a:ext uri="{FF2B5EF4-FFF2-40B4-BE49-F238E27FC236}">
                <a16:creationId xmlns:a16="http://schemas.microsoft.com/office/drawing/2014/main" id="{3F701953-0C8A-5F16-6473-3362596FD437}"/>
              </a:ext>
            </a:extLst>
          </p:cNvPr>
          <p:cNvSpPr txBox="1"/>
          <p:nvPr/>
        </p:nvSpPr>
        <p:spPr>
          <a:xfrm>
            <a:off x="6444128" y="4704339"/>
            <a:ext cx="4626995"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Incluye un gráfico de dispersión que compara las muestras obtenidas directamente con la línea de la media teórica esperada.</a:t>
            </a:r>
          </a:p>
        </p:txBody>
      </p:sp>
      <p:pic>
        <p:nvPicPr>
          <p:cNvPr id="3" name="Imagen 2">
            <a:extLst>
              <a:ext uri="{FF2B5EF4-FFF2-40B4-BE49-F238E27FC236}">
                <a16:creationId xmlns:a16="http://schemas.microsoft.com/office/drawing/2014/main" id="{FAB3A255-B1F1-8A09-4B44-6AC4B667CA47}"/>
              </a:ext>
            </a:extLst>
          </p:cNvPr>
          <p:cNvPicPr>
            <a:picLocks noChangeAspect="1"/>
          </p:cNvPicPr>
          <p:nvPr/>
        </p:nvPicPr>
        <p:blipFill>
          <a:blip r:embed="rId2"/>
          <a:stretch>
            <a:fillRect/>
          </a:stretch>
        </p:blipFill>
        <p:spPr>
          <a:xfrm>
            <a:off x="243650" y="1384051"/>
            <a:ext cx="5207536" cy="2332542"/>
          </a:xfrm>
          <a:prstGeom prst="rect">
            <a:avLst/>
          </a:prstGeom>
        </p:spPr>
      </p:pic>
      <p:pic>
        <p:nvPicPr>
          <p:cNvPr id="6" name="Imagen 5">
            <a:extLst>
              <a:ext uri="{FF2B5EF4-FFF2-40B4-BE49-F238E27FC236}">
                <a16:creationId xmlns:a16="http://schemas.microsoft.com/office/drawing/2014/main" id="{CBF71F5C-393E-AE5E-55FE-2733CB981D1D}"/>
              </a:ext>
            </a:extLst>
          </p:cNvPr>
          <p:cNvPicPr>
            <a:picLocks noChangeAspect="1"/>
          </p:cNvPicPr>
          <p:nvPr/>
        </p:nvPicPr>
        <p:blipFill>
          <a:blip r:embed="rId3"/>
          <a:stretch>
            <a:fillRect/>
          </a:stretch>
        </p:blipFill>
        <p:spPr>
          <a:xfrm>
            <a:off x="5935737" y="216309"/>
            <a:ext cx="6256264" cy="3500283"/>
          </a:xfrm>
          <a:prstGeom prst="rect">
            <a:avLst/>
          </a:prstGeom>
        </p:spPr>
      </p:pic>
    </p:spTree>
    <p:extLst>
      <p:ext uri="{BB962C8B-B14F-4D97-AF65-F5344CB8AC3E}">
        <p14:creationId xmlns:p14="http://schemas.microsoft.com/office/powerpoint/2010/main" val="3686713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E0D0A-75F3-7879-55C0-FC4DC4F8DBE6}"/>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8055D46D-B0C1-45C6-43D9-CFCAA572DF77}"/>
              </a:ext>
            </a:extLst>
          </p:cNvPr>
          <p:cNvSpPr txBox="1"/>
          <p:nvPr/>
        </p:nvSpPr>
        <p:spPr>
          <a:xfrm>
            <a:off x="7944465" y="1720840"/>
            <a:ext cx="4041058"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programa desarrollado en R se construyó la función </a:t>
            </a:r>
            <a:r>
              <a:rPr lang="es-MX" dirty="0" err="1">
                <a:latin typeface="Arial" panose="020B0604020202020204" pitchFamily="34" charset="0"/>
                <a:cs typeface="Arial" panose="020B0604020202020204" pitchFamily="34" charset="0"/>
              </a:rPr>
              <a:t>simular_colas</a:t>
            </a:r>
            <a:r>
              <a:rPr lang="es-MX" dirty="0">
                <a:latin typeface="Arial" panose="020B0604020202020204" pitchFamily="34" charset="0"/>
                <a:cs typeface="Arial" panose="020B0604020202020204" pitchFamily="34" charset="0"/>
              </a:rPr>
              <a:t> para modelar un sistema M/M/1. </a:t>
            </a:r>
          </a:p>
          <a:p>
            <a:pPr algn="just">
              <a:lnSpc>
                <a:spcPct val="150000"/>
              </a:lnSpc>
            </a:pPr>
            <a:r>
              <a:rPr lang="es-MX" dirty="0">
                <a:latin typeface="Arial" panose="020B0604020202020204" pitchFamily="34" charset="0"/>
                <a:cs typeface="Arial" panose="020B0604020202020204" pitchFamily="34" charset="0"/>
              </a:rPr>
              <a:t>El código utiliza distribuciones exponenciales nativas (</a:t>
            </a:r>
            <a:r>
              <a:rPr lang="es-MX" dirty="0" err="1">
                <a:latin typeface="Arial" panose="020B0604020202020204" pitchFamily="34" charset="0"/>
                <a:cs typeface="Arial" panose="020B0604020202020204" pitchFamily="34" charset="0"/>
              </a:rPr>
              <a:t>rexp</a:t>
            </a:r>
            <a:r>
              <a:rPr lang="es-MX" dirty="0">
                <a:latin typeface="Arial" panose="020B0604020202020204" pitchFamily="34" charset="0"/>
                <a:cs typeface="Arial" panose="020B0604020202020204" pitchFamily="34" charset="0"/>
              </a:rPr>
              <a:t>) para determinar las llegadas y tiempos de atención de cada cliente, evaluando el comportamiento de la fila acumulada.</a:t>
            </a:r>
          </a:p>
        </p:txBody>
      </p:sp>
      <p:sp>
        <p:nvSpPr>
          <p:cNvPr id="11" name="CuadroTexto 10">
            <a:extLst>
              <a:ext uri="{FF2B5EF4-FFF2-40B4-BE49-F238E27FC236}">
                <a16:creationId xmlns:a16="http://schemas.microsoft.com/office/drawing/2014/main" id="{679F1C75-0800-ACB5-79F7-2212BECAC067}"/>
              </a:ext>
            </a:extLst>
          </p:cNvPr>
          <p:cNvSpPr txBox="1"/>
          <p:nvPr/>
        </p:nvSpPr>
        <p:spPr>
          <a:xfrm>
            <a:off x="775831" y="134316"/>
            <a:ext cx="9007266" cy="461665"/>
          </a:xfrm>
          <a:prstGeom prst="rect">
            <a:avLst/>
          </a:prstGeom>
          <a:noFill/>
        </p:spPr>
        <p:txBody>
          <a:bodyPr wrap="square" rtlCol="0">
            <a:spAutoFit/>
          </a:bodyPr>
          <a:lstStyle/>
          <a:p>
            <a:pPr algn="just"/>
            <a:r>
              <a:rPr lang="es-MX" sz="2400" b="1" dirty="0" err="1">
                <a:latin typeface="Arial" panose="020B0604020202020204" pitchFamily="34" charset="0"/>
                <a:cs typeface="Arial" panose="020B0604020202020204" pitchFamily="34" charset="0"/>
              </a:rPr>
              <a:t>Rstudio</a:t>
            </a:r>
            <a:r>
              <a:rPr lang="es-MX" sz="2400" b="1" dirty="0">
                <a:latin typeface="Arial" panose="020B0604020202020204" pitchFamily="34" charset="0"/>
                <a:cs typeface="Arial" panose="020B0604020202020204" pitchFamily="34" charset="0"/>
              </a:rPr>
              <a:t>       Ejercicio 1: Líneas de espera</a:t>
            </a:r>
          </a:p>
        </p:txBody>
      </p:sp>
      <p:pic>
        <p:nvPicPr>
          <p:cNvPr id="5" name="Imagen 4">
            <a:extLst>
              <a:ext uri="{FF2B5EF4-FFF2-40B4-BE49-F238E27FC236}">
                <a16:creationId xmlns:a16="http://schemas.microsoft.com/office/drawing/2014/main" id="{363CD103-DD07-960A-9C46-304F32074B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396739"/>
            <a:ext cx="7443019" cy="5254980"/>
          </a:xfrm>
          <a:prstGeom prst="rect">
            <a:avLst/>
          </a:prstGeom>
        </p:spPr>
      </p:pic>
    </p:spTree>
    <p:extLst>
      <p:ext uri="{BB962C8B-B14F-4D97-AF65-F5344CB8AC3E}">
        <p14:creationId xmlns:p14="http://schemas.microsoft.com/office/powerpoint/2010/main" val="1958732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5A65E-5F61-83DB-BE20-73FA7A47FFB1}"/>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BD11171A-5998-8F59-6813-E41ED13F54D6}"/>
              </a:ext>
            </a:extLst>
          </p:cNvPr>
          <p:cNvSpPr txBox="1"/>
          <p:nvPr/>
        </p:nvSpPr>
        <p:spPr>
          <a:xfrm>
            <a:off x="7191380" y="2228671"/>
            <a:ext cx="4626995" cy="3365024"/>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Al ejecutar el script en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la consola despliega los indicadores principales como la tasa de ocupación del servidor y la espera promedio. </a:t>
            </a:r>
          </a:p>
          <a:p>
            <a:pPr algn="just">
              <a:lnSpc>
                <a:spcPct val="150000"/>
              </a:lnSpc>
            </a:pPr>
            <a:r>
              <a:rPr lang="es-MX" dirty="0">
                <a:latin typeface="Arial" panose="020B0604020202020204" pitchFamily="34" charset="0"/>
                <a:cs typeface="Arial" panose="020B0604020202020204" pitchFamily="34" charset="0"/>
              </a:rPr>
              <a:t>A su vez, genera un gráfico de barras que permite observar visualmente la variabilidad en los tiempos de espera de los usuarios.</a:t>
            </a:r>
          </a:p>
        </p:txBody>
      </p:sp>
      <p:pic>
        <p:nvPicPr>
          <p:cNvPr id="4" name="Imagen 3">
            <a:extLst>
              <a:ext uri="{FF2B5EF4-FFF2-40B4-BE49-F238E27FC236}">
                <a16:creationId xmlns:a16="http://schemas.microsoft.com/office/drawing/2014/main" id="{1ADAA461-3C7D-E681-0229-7662D4F5AC9E}"/>
              </a:ext>
            </a:extLst>
          </p:cNvPr>
          <p:cNvPicPr>
            <a:picLocks noChangeAspect="1"/>
          </p:cNvPicPr>
          <p:nvPr/>
        </p:nvPicPr>
        <p:blipFill>
          <a:blip r:embed="rId2"/>
          <a:stretch>
            <a:fillRect/>
          </a:stretch>
        </p:blipFill>
        <p:spPr>
          <a:xfrm>
            <a:off x="78658" y="1620558"/>
            <a:ext cx="6376684" cy="4845124"/>
          </a:xfrm>
          <a:prstGeom prst="rect">
            <a:avLst/>
          </a:prstGeom>
        </p:spPr>
      </p:pic>
    </p:spTree>
    <p:extLst>
      <p:ext uri="{BB962C8B-B14F-4D97-AF65-F5344CB8AC3E}">
        <p14:creationId xmlns:p14="http://schemas.microsoft.com/office/powerpoint/2010/main" val="284864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42FF-B810-A134-3AC0-48D637DB49AA}"/>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2EB75F7B-C049-4A37-FE1C-47D138C32B14}"/>
              </a:ext>
            </a:extLst>
          </p:cNvPr>
          <p:cNvSpPr txBox="1"/>
          <p:nvPr/>
        </p:nvSpPr>
        <p:spPr>
          <a:xfrm>
            <a:off x="7944465" y="1720840"/>
            <a:ext cx="4031225"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programa se implementó la función </a:t>
            </a:r>
            <a:r>
              <a:rPr lang="es-MX" dirty="0" err="1">
                <a:latin typeface="Arial" panose="020B0604020202020204" pitchFamily="34" charset="0"/>
                <a:cs typeface="Arial" panose="020B0604020202020204" pitchFamily="34" charset="0"/>
              </a:rPr>
              <a:t>simular_inventario</a:t>
            </a:r>
            <a:r>
              <a:rPr lang="es-MX" dirty="0">
                <a:latin typeface="Arial" panose="020B0604020202020204" pitchFamily="34" charset="0"/>
                <a:cs typeface="Arial" panose="020B0604020202020204" pitchFamily="34" charset="0"/>
              </a:rPr>
              <a:t> en R para controlar las existencias de un almacén. </a:t>
            </a:r>
          </a:p>
          <a:p>
            <a:pPr algn="just">
              <a:lnSpc>
                <a:spcPct val="150000"/>
              </a:lnSpc>
            </a:pPr>
            <a:r>
              <a:rPr lang="es-MX" dirty="0">
                <a:latin typeface="Arial" panose="020B0604020202020204" pitchFamily="34" charset="0"/>
                <a:cs typeface="Arial" panose="020B0604020202020204" pitchFamily="34" charset="0"/>
              </a:rPr>
              <a:t>El código genera una demanda diaria aleatoria mediante </a:t>
            </a:r>
            <a:r>
              <a:rPr lang="es-MX" dirty="0" err="1">
                <a:latin typeface="Arial" panose="020B0604020202020204" pitchFamily="34" charset="0"/>
                <a:cs typeface="Arial" panose="020B0604020202020204" pitchFamily="34" charset="0"/>
              </a:rPr>
              <a:t>sample</a:t>
            </a:r>
            <a:r>
              <a:rPr lang="es-MX" dirty="0">
                <a:latin typeface="Arial" panose="020B0604020202020204" pitchFamily="34" charset="0"/>
                <a:cs typeface="Arial" panose="020B0604020202020204" pitchFamily="34" charset="0"/>
              </a:rPr>
              <a:t>(), reabastece el stock automáticamente cuando llega un pedido y lleva el registro del inventario día a día.</a:t>
            </a:r>
          </a:p>
        </p:txBody>
      </p:sp>
      <p:sp>
        <p:nvSpPr>
          <p:cNvPr id="11" name="CuadroTexto 10">
            <a:extLst>
              <a:ext uri="{FF2B5EF4-FFF2-40B4-BE49-F238E27FC236}">
                <a16:creationId xmlns:a16="http://schemas.microsoft.com/office/drawing/2014/main" id="{23A8A5A1-3D96-4D35-9901-4AE3F28572E9}"/>
              </a:ext>
            </a:extLst>
          </p:cNvPr>
          <p:cNvSpPr txBox="1"/>
          <p:nvPr/>
        </p:nvSpPr>
        <p:spPr>
          <a:xfrm>
            <a:off x="775831" y="134316"/>
            <a:ext cx="9007266"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    Ejercicio 2: Sistema de inventarios </a:t>
            </a:r>
          </a:p>
        </p:txBody>
      </p:sp>
      <p:pic>
        <p:nvPicPr>
          <p:cNvPr id="5" name="Imagen 4">
            <a:extLst>
              <a:ext uri="{FF2B5EF4-FFF2-40B4-BE49-F238E27FC236}">
                <a16:creationId xmlns:a16="http://schemas.microsoft.com/office/drawing/2014/main" id="{B47C8005-6E3B-D564-CB55-375AB40AD7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298417"/>
            <a:ext cx="7305368" cy="5552080"/>
          </a:xfrm>
          <a:prstGeom prst="rect">
            <a:avLst/>
          </a:prstGeom>
        </p:spPr>
      </p:pic>
    </p:spTree>
    <p:extLst>
      <p:ext uri="{BB962C8B-B14F-4D97-AF65-F5344CB8AC3E}">
        <p14:creationId xmlns:p14="http://schemas.microsoft.com/office/powerpoint/2010/main" val="3379629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B5A39-DF76-36C4-C43A-12B0BF6B1E50}"/>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092D28A1-0D10-CB21-9C14-5CC8C219CA0C}"/>
              </a:ext>
            </a:extLst>
          </p:cNvPr>
          <p:cNvSpPr txBox="1"/>
          <p:nvPr/>
        </p:nvSpPr>
        <p:spPr>
          <a:xfrm>
            <a:off x="7191380" y="2228671"/>
            <a:ext cx="4626995"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Al ejecutar la simulación, R muestra en consola el stock promedio, mínimo y máximo alcanzado durante el periodo. </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La gráfica de líneas generada dibuja la evolución diaria del inventario e incluye una línea punteada que marca el punto de reorden.</a:t>
            </a:r>
          </a:p>
        </p:txBody>
      </p:sp>
      <p:pic>
        <p:nvPicPr>
          <p:cNvPr id="4" name="Imagen 3">
            <a:extLst>
              <a:ext uri="{FF2B5EF4-FFF2-40B4-BE49-F238E27FC236}">
                <a16:creationId xmlns:a16="http://schemas.microsoft.com/office/drawing/2014/main" id="{D29BBEB2-3C84-C2D1-344E-89194DF97A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72" y="1563329"/>
            <a:ext cx="6529078" cy="5187488"/>
          </a:xfrm>
          <a:prstGeom prst="rect">
            <a:avLst/>
          </a:prstGeom>
        </p:spPr>
      </p:pic>
    </p:spTree>
    <p:extLst>
      <p:ext uri="{BB962C8B-B14F-4D97-AF65-F5344CB8AC3E}">
        <p14:creationId xmlns:p14="http://schemas.microsoft.com/office/powerpoint/2010/main" val="1293155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48C0-2749-D5CC-5EB5-AC89EBE77323}"/>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BBB0223A-D965-0B15-68B8-2E4E84C9F9E9}"/>
              </a:ext>
            </a:extLst>
          </p:cNvPr>
          <p:cNvSpPr txBox="1"/>
          <p:nvPr/>
        </p:nvSpPr>
        <p:spPr>
          <a:xfrm>
            <a:off x="7944465" y="1720840"/>
            <a:ext cx="4021393" cy="378052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En este programa se implementó la prueba estadística t de Student en R mediante la función </a:t>
            </a:r>
            <a:r>
              <a:rPr lang="es-MX" dirty="0" err="1">
                <a:latin typeface="Arial" panose="020B0604020202020204" pitchFamily="34" charset="0"/>
                <a:cs typeface="Arial" panose="020B0604020202020204" pitchFamily="34" charset="0"/>
              </a:rPr>
              <a:t>validar_simulador</a:t>
            </a:r>
            <a:r>
              <a:rPr lang="es-MX" dirty="0">
                <a:latin typeface="Arial" panose="020B0604020202020204" pitchFamily="34" charset="0"/>
                <a:cs typeface="Arial" panose="020B0604020202020204" pitchFamily="34" charset="0"/>
              </a:rPr>
              <a:t>. </a:t>
            </a:r>
          </a:p>
          <a:p>
            <a:pPr algn="just">
              <a:lnSpc>
                <a:spcPct val="150000"/>
              </a:lnSpc>
            </a:pPr>
            <a:r>
              <a:rPr lang="es-MX" dirty="0">
                <a:latin typeface="Arial" panose="020B0604020202020204" pitchFamily="34" charset="0"/>
                <a:cs typeface="Arial" panose="020B0604020202020204" pitchFamily="34" charset="0"/>
              </a:rPr>
              <a:t>El código calcula el error estándar y el estadístico t para determinar si los resultados obtenidos por el simulador difieren significativamente de la media teórica esperada.</a:t>
            </a:r>
          </a:p>
        </p:txBody>
      </p:sp>
      <p:sp>
        <p:nvSpPr>
          <p:cNvPr id="11" name="CuadroTexto 10">
            <a:extLst>
              <a:ext uri="{FF2B5EF4-FFF2-40B4-BE49-F238E27FC236}">
                <a16:creationId xmlns:a16="http://schemas.microsoft.com/office/drawing/2014/main" id="{3F2A01C4-1823-9288-4B48-A9B43EABFB01}"/>
              </a:ext>
            </a:extLst>
          </p:cNvPr>
          <p:cNvSpPr txBox="1"/>
          <p:nvPr/>
        </p:nvSpPr>
        <p:spPr>
          <a:xfrm>
            <a:off x="775831" y="134316"/>
            <a:ext cx="9007266" cy="461665"/>
          </a:xfrm>
          <a:prstGeom prst="rect">
            <a:avLst/>
          </a:prstGeom>
          <a:noFill/>
        </p:spPr>
        <p:txBody>
          <a:bodyPr wrap="square" rtlCol="0">
            <a:spAutoFit/>
          </a:bodyPr>
          <a:lstStyle/>
          <a:p>
            <a:pPr algn="just"/>
            <a:r>
              <a:rPr lang="es-MX" sz="2400" b="1" dirty="0">
                <a:latin typeface="Arial" panose="020B0604020202020204" pitchFamily="34" charset="0"/>
                <a:cs typeface="Arial" panose="020B0604020202020204" pitchFamily="34" charset="0"/>
              </a:rPr>
              <a:t>      Ejercicio 3: Validación paramétrica </a:t>
            </a:r>
          </a:p>
        </p:txBody>
      </p:sp>
      <p:pic>
        <p:nvPicPr>
          <p:cNvPr id="5" name="Imagen 4">
            <a:extLst>
              <a:ext uri="{FF2B5EF4-FFF2-40B4-BE49-F238E27FC236}">
                <a16:creationId xmlns:a16="http://schemas.microsoft.com/office/drawing/2014/main" id="{700FA040-07A1-B899-077A-D2D14A68F3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396738"/>
            <a:ext cx="7157884" cy="5461262"/>
          </a:xfrm>
          <a:prstGeom prst="rect">
            <a:avLst/>
          </a:prstGeom>
        </p:spPr>
      </p:pic>
    </p:spTree>
    <p:extLst>
      <p:ext uri="{BB962C8B-B14F-4D97-AF65-F5344CB8AC3E}">
        <p14:creationId xmlns:p14="http://schemas.microsoft.com/office/powerpoint/2010/main" val="3231461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0A8D1-F339-224E-996A-78E65E4523BB}"/>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B8FEA8F5-049E-6952-AC6B-2E2EBC66FE20}"/>
              </a:ext>
            </a:extLst>
          </p:cNvPr>
          <p:cNvSpPr txBox="1"/>
          <p:nvPr/>
        </p:nvSpPr>
        <p:spPr>
          <a:xfrm>
            <a:off x="7191380" y="2228671"/>
            <a:ext cx="4626995"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Al ejecutar el script en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la consola muestra el valor t calculado, el valor crítico y emite un dictamen automático de aceptación o rechazo. </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Además, genera un gráfico de dispersión con </a:t>
            </a:r>
            <a:r>
              <a:rPr lang="es-MX" dirty="0" err="1">
                <a:latin typeface="Arial" panose="020B0604020202020204" pitchFamily="34" charset="0"/>
                <a:cs typeface="Arial" panose="020B0604020202020204" pitchFamily="34" charset="0"/>
              </a:rPr>
              <a:t>rnorm</a:t>
            </a:r>
            <a:r>
              <a:rPr lang="es-MX" dirty="0">
                <a:latin typeface="Arial" panose="020B0604020202020204" pitchFamily="34" charset="0"/>
                <a:cs typeface="Arial" panose="020B0604020202020204" pitchFamily="34" charset="0"/>
              </a:rPr>
              <a:t>() que compara visualmente cada muestra generada con la línea de la media teórica.</a:t>
            </a:r>
          </a:p>
        </p:txBody>
      </p:sp>
      <p:pic>
        <p:nvPicPr>
          <p:cNvPr id="4" name="Imagen 3">
            <a:extLst>
              <a:ext uri="{FF2B5EF4-FFF2-40B4-BE49-F238E27FC236}">
                <a16:creationId xmlns:a16="http://schemas.microsoft.com/office/drawing/2014/main" id="{17FA46CF-4891-95D3-BEB1-60198B62B1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500569"/>
            <a:ext cx="6695768" cy="5279745"/>
          </a:xfrm>
          <a:prstGeom prst="rect">
            <a:avLst/>
          </a:prstGeom>
        </p:spPr>
      </p:pic>
    </p:spTree>
    <p:extLst>
      <p:ext uri="{BB962C8B-B14F-4D97-AF65-F5344CB8AC3E}">
        <p14:creationId xmlns:p14="http://schemas.microsoft.com/office/powerpoint/2010/main" val="3762118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1106DD-4A16-4656-8106-12D0CEEC66E5}"/>
              </a:ext>
            </a:extLst>
          </p:cNvPr>
          <p:cNvSpPr>
            <a:spLocks noGrp="1"/>
          </p:cNvSpPr>
          <p:nvPr>
            <p:ph type="title"/>
          </p:nvPr>
        </p:nvSpPr>
        <p:spPr>
          <a:xfrm>
            <a:off x="4512883" y="382380"/>
            <a:ext cx="3166233" cy="1400530"/>
          </a:xfrm>
        </p:spPr>
        <p:txBody>
          <a:bodyPr/>
          <a:lstStyle/>
          <a:p>
            <a:r>
              <a:rPr lang="es-MX" b="1" dirty="0">
                <a:latin typeface="Arial" panose="020B0604020202020204" pitchFamily="34" charset="0"/>
                <a:cs typeface="Arial" panose="020B0604020202020204" pitchFamily="34" charset="0"/>
              </a:rPr>
              <a:t>Conclusión </a:t>
            </a:r>
          </a:p>
        </p:txBody>
      </p:sp>
      <p:sp>
        <p:nvSpPr>
          <p:cNvPr id="7" name="CuadroTexto 6">
            <a:extLst>
              <a:ext uri="{FF2B5EF4-FFF2-40B4-BE49-F238E27FC236}">
                <a16:creationId xmlns:a16="http://schemas.microsoft.com/office/drawing/2014/main" id="{B32A5E05-1FDE-B322-0863-21055419B1EE}"/>
              </a:ext>
            </a:extLst>
          </p:cNvPr>
          <p:cNvSpPr txBox="1"/>
          <p:nvPr/>
        </p:nvSpPr>
        <p:spPr>
          <a:xfrm>
            <a:off x="1768206" y="1746488"/>
            <a:ext cx="8655587" cy="2118529"/>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Al finalizar este trabajo se logró implementar y validar con éxito cada uno de los modelos de simulación propuestos. La simulación de colas permitió entender la saturación de los servicios, el modelo de inventarios demostró cómo prevenir el desabasto mediante puntos de reorden, y las pruebas estadísticas confirmaron la precisión de los datos obtenidos.</a:t>
            </a:r>
          </a:p>
        </p:txBody>
      </p:sp>
    </p:spTree>
    <p:extLst>
      <p:ext uri="{BB962C8B-B14F-4D97-AF65-F5344CB8AC3E}">
        <p14:creationId xmlns:p14="http://schemas.microsoft.com/office/powerpoint/2010/main" val="3123720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D7A9-AC65-E2E9-8338-904D7DDDC6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E3BDA8-CF76-F24C-561C-C57560790E57}"/>
              </a:ext>
            </a:extLst>
          </p:cNvPr>
          <p:cNvSpPr>
            <a:spLocks noGrp="1"/>
          </p:cNvSpPr>
          <p:nvPr>
            <p:ph type="title"/>
          </p:nvPr>
        </p:nvSpPr>
        <p:spPr>
          <a:xfrm>
            <a:off x="3303574" y="226143"/>
            <a:ext cx="6823711" cy="1400530"/>
          </a:xfrm>
        </p:spPr>
        <p:txBody>
          <a:bodyPr/>
          <a:lstStyle/>
          <a:p>
            <a:r>
              <a:rPr lang="es-MX" b="1" dirty="0">
                <a:latin typeface="Arial" panose="020B0604020202020204" pitchFamily="34" charset="0"/>
                <a:cs typeface="Arial" panose="020B0604020202020204" pitchFamily="34" charset="0"/>
              </a:rPr>
              <a:t>Fuentes de información </a:t>
            </a:r>
          </a:p>
        </p:txBody>
      </p:sp>
      <p:sp>
        <p:nvSpPr>
          <p:cNvPr id="5" name="CuadroTexto 4">
            <a:extLst>
              <a:ext uri="{FF2B5EF4-FFF2-40B4-BE49-F238E27FC236}">
                <a16:creationId xmlns:a16="http://schemas.microsoft.com/office/drawing/2014/main" id="{915E2AD0-D9A4-31C8-2E91-C6B686D4C347}"/>
              </a:ext>
            </a:extLst>
          </p:cNvPr>
          <p:cNvSpPr txBox="1"/>
          <p:nvPr/>
        </p:nvSpPr>
        <p:spPr>
          <a:xfrm>
            <a:off x="1768203" y="2049460"/>
            <a:ext cx="8655587" cy="870688"/>
          </a:xfrm>
          <a:prstGeom prst="rect">
            <a:avLst/>
          </a:prstGeom>
          <a:noFill/>
        </p:spPr>
        <p:txBody>
          <a:bodyPr wrap="square" rtlCol="0">
            <a:spAutoFit/>
          </a:bodyPr>
          <a:lstStyle/>
          <a:p>
            <a:pPr algn="just">
              <a:lnSpc>
                <a:spcPct val="150000"/>
              </a:lnSpc>
            </a:pPr>
            <a:r>
              <a:rPr lang="es-MX" dirty="0"/>
              <a:t>Las actividades se realizaron con base a lo aprendido en clase del profesor Francisco Mingo</a:t>
            </a:r>
          </a:p>
        </p:txBody>
      </p:sp>
    </p:spTree>
    <p:extLst>
      <p:ext uri="{BB962C8B-B14F-4D97-AF65-F5344CB8AC3E}">
        <p14:creationId xmlns:p14="http://schemas.microsoft.com/office/powerpoint/2010/main" val="68466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93B58-CE6A-0D56-D0E4-5F0E074A6F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4583AF-666F-C1A4-0F93-1E06E78EFA30}"/>
              </a:ext>
            </a:extLst>
          </p:cNvPr>
          <p:cNvSpPr>
            <a:spLocks noGrp="1"/>
          </p:cNvSpPr>
          <p:nvPr>
            <p:ph type="title"/>
          </p:nvPr>
        </p:nvSpPr>
        <p:spPr>
          <a:xfrm>
            <a:off x="4512883" y="382380"/>
            <a:ext cx="4906420" cy="1400530"/>
          </a:xfrm>
        </p:spPr>
        <p:txBody>
          <a:bodyPr/>
          <a:lstStyle/>
          <a:p>
            <a:r>
              <a:rPr lang="es-MX" b="1" dirty="0">
                <a:latin typeface="Arial" panose="020B0604020202020204" pitchFamily="34" charset="0"/>
                <a:cs typeface="Arial" panose="020B0604020202020204" pitchFamily="34" charset="0"/>
              </a:rPr>
              <a:t>Link de Git </a:t>
            </a:r>
            <a:r>
              <a:rPr lang="es-MX" b="1" dirty="0" err="1">
                <a:latin typeface="Arial" panose="020B0604020202020204" pitchFamily="34" charset="0"/>
                <a:cs typeface="Arial" panose="020B0604020202020204" pitchFamily="34" charset="0"/>
              </a:rPr>
              <a:t>hub</a:t>
            </a:r>
            <a:r>
              <a:rPr lang="es-MX" b="1" dirty="0">
                <a:latin typeface="Arial" panose="020B0604020202020204" pitchFamily="34" charset="0"/>
                <a:cs typeface="Arial" panose="020B0604020202020204" pitchFamily="34" charset="0"/>
              </a:rPr>
              <a:t> </a:t>
            </a:r>
          </a:p>
        </p:txBody>
      </p:sp>
      <p:sp>
        <p:nvSpPr>
          <p:cNvPr id="4" name="CuadroTexto 3">
            <a:extLst>
              <a:ext uri="{FF2B5EF4-FFF2-40B4-BE49-F238E27FC236}">
                <a16:creationId xmlns:a16="http://schemas.microsoft.com/office/drawing/2014/main" id="{F4763A91-1FE9-9F17-8A1C-313036490912}"/>
              </a:ext>
            </a:extLst>
          </p:cNvPr>
          <p:cNvSpPr txBox="1"/>
          <p:nvPr/>
        </p:nvSpPr>
        <p:spPr>
          <a:xfrm>
            <a:off x="1694090" y="1782910"/>
            <a:ext cx="7956096" cy="461665"/>
          </a:xfrm>
          <a:prstGeom prst="rect">
            <a:avLst/>
          </a:prstGeom>
          <a:noFill/>
        </p:spPr>
        <p:txBody>
          <a:bodyPr wrap="square">
            <a:spAutoFit/>
          </a:bodyPr>
          <a:lstStyle/>
          <a:p>
            <a:r>
              <a:rPr lang="es-MX" sz="2400" b="1" dirty="0"/>
              <a:t>https://github.com/jhonyzars-hash/SM-TEMA-4.git</a:t>
            </a:r>
          </a:p>
        </p:txBody>
      </p:sp>
    </p:spTree>
    <p:extLst>
      <p:ext uri="{BB962C8B-B14F-4D97-AF65-F5344CB8AC3E}">
        <p14:creationId xmlns:p14="http://schemas.microsoft.com/office/powerpoint/2010/main" val="1997614909"/>
      </p:ext>
    </p:extLst>
  </p:cSld>
  <p:clrMapOvr>
    <a:masterClrMapping/>
  </p:clrMapOvr>
</p:sld>
</file>

<file path=ppt/theme/_rels/theme1.xml.rels>&#65279;<?xml version="1.0" encoding="utf-8"?><Relationships xmlns="http://schemas.openxmlformats.org/package/2006/relationships"><Relationship Type="http://schemas.openxmlformats.org/officeDocument/2006/relationships/image" Target="/ppt/media/image1.jpeg" Id="rId1" /></Relationships>
</file>

<file path=ppt/theme/theme1.xml><?xml version="1.0" encoding="utf-8"?>
<a:theme xmlns:a="http://schemas.openxmlformats.org/drawingml/2006/main" name="Malla">
  <a:themeElements>
    <a:clrScheme name="Malla">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alla">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lla">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TM03457485[[fn=Malla]]</Template>
  <TotalTime>2039</TotalTime>
  <Words>1325</Words>
  <Application>Microsoft Office PowerPoint</Application>
  <PresentationFormat>Panorámica</PresentationFormat>
  <Paragraphs>64</Paragraphs>
  <Slides>24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Arial</vt:lpstr>
      <vt:lpstr>Century Gothic</vt:lpstr>
      <vt:lpstr>Malla</vt:lpstr>
      <vt:lpstr>Presentación de PowerPoint</vt:lpstr>
      <vt:lpstr>Introducción </vt:lpstr>
      <vt:lpstr>Justificación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lpstr>Fuentes de información </vt:lpstr>
      <vt:lpstr>Link de Git hub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Brayan</dc:creator>
  <cp:lastModifiedBy>Jhony Gomez</cp:lastModifiedBy>
  <cp:revision>12</cp:revision>
  <dcterms:created xsi:type="dcterms:W3CDTF">2026-06-13T06:22:31Z</dcterms:created>
  <dcterms:modified xsi:type="dcterms:W3CDTF">2026-10-03T07:11:09Z</dcterms:modified>
</cp:coreProperties>
</file>