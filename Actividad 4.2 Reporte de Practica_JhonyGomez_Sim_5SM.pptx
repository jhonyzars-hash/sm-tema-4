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4" r:id="rId1"/>
  </p:sldMasterIdLst>
  <p:sldIdLst>
    <p:sldId id="269" r:id="rId2"/>
    <p:sldId id="257" r:id="rId3"/>
    <p:sldId id="275" r:id="rId4"/>
    <p:sldId id="260" r:id="rId5"/>
    <p:sldId id="278" r:id="rId6"/>
    <p:sldId id="280" r:id="rId7"/>
    <p:sldId id="281" r:id="rId8"/>
    <p:sldId id="284" r:id="rId9"/>
    <p:sldId id="283" r:id="rId10"/>
    <p:sldId id="282" r:id="rId11"/>
    <p:sldId id="285" r:id="rId12"/>
    <p:sldId id="286" r:id="rId13"/>
    <p:sldId id="287" r:id="rId14"/>
    <p:sldId id="288" r:id="rId15"/>
    <p:sldId id="289" r:id="rId16"/>
    <p:sldId id="267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18E68-4091-4BDB-832C-B2DA177AAF56}" v="22" dt="2026-10-03T01:44:55.505"/>
    <p1510:client id="{55CCFE3D-26F8-417A-834C-EB7F19181C60}" v="21" dt="2026-10-03T07:11:03.975"/>
    <p1510:client id="{5C8801DF-BFA8-40AF-870F-89A91AF176EB}" v="27" dt="2026-10-03T16:35:21.510"/>
    <p1510:client id="{CC98289F-DDAA-4A06-B800-FD2E113FEA27}" v="10" dt="2026-10-02T20:19:10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y Gomez" userId="5f1ac8455e56f045" providerId="LiveId" clId="{E84C667A-187F-4064-B7B0-4E60D3583703}"/>
    <pc:docChg chg="undo custSel addSld delSld modSld sldOrd modMainMaster">
      <pc:chgData name="Jhony Gomez" userId="5f1ac8455e56f045" providerId="LiveId" clId="{E84C667A-187F-4064-B7B0-4E60D3583703}" dt="2026-10-03T16:43:53.083" v="1856" actId="1076"/>
      <pc:docMkLst>
        <pc:docMk/>
      </pc:docMkLst>
      <pc:sldChg chg="addSp delSp modSp mod">
        <pc:chgData name="Jhony Gomez" userId="5f1ac8455e56f045" providerId="LiveId" clId="{E84C667A-187F-4064-B7B0-4E60D3583703}" dt="2026-10-03T16:42:44.002" v="1850" actId="14100"/>
        <pc:sldMkLst>
          <pc:docMk/>
          <pc:sldMk cId="3796923850" sldId="257"/>
        </pc:sldMkLst>
        <pc:spChg chg="mod">
          <ac:chgData name="Jhony Gomez" userId="5f1ac8455e56f045" providerId="LiveId" clId="{E84C667A-187F-4064-B7B0-4E60D3583703}" dt="2026-10-03T16:42:44.002" v="1850" actId="14100"/>
          <ac:spMkLst>
            <pc:docMk/>
            <pc:sldMk cId="3796923850" sldId="257"/>
            <ac:spMk id="2" creationId="{41117401-7AAA-4B09-B70B-7A3CA6DC5BF7}"/>
          </ac:spMkLst>
        </pc:spChg>
        <pc:spChg chg="del mod">
          <ac:chgData name="Jhony Gomez" userId="5f1ac8455e56f045" providerId="LiveId" clId="{E84C667A-187F-4064-B7B0-4E60D3583703}" dt="2026-10-02T22:01:06.589" v="936" actId="478"/>
          <ac:spMkLst>
            <pc:docMk/>
            <pc:sldMk cId="3796923850" sldId="257"/>
            <ac:spMk id="3" creationId="{7B18346E-19AE-4D09-B7C4-FDEC387ED055}"/>
          </ac:spMkLst>
        </pc:spChg>
        <pc:spChg chg="add mod">
          <ac:chgData name="Jhony Gomez" userId="5f1ac8455e56f045" providerId="LiveId" clId="{E84C667A-187F-4064-B7B0-4E60D3583703}" dt="2026-10-03T16:42:31.866" v="1848"/>
          <ac:spMkLst>
            <pc:docMk/>
            <pc:sldMk cId="3796923850" sldId="257"/>
            <ac:spMk id="5" creationId="{745111A6-BE16-3200-7ADB-593AC0C08FEF}"/>
          </ac:spMkLst>
        </pc:spChg>
        <pc:spChg chg="add del mod">
          <ac:chgData name="Jhony Gomez" userId="5f1ac8455e56f045" providerId="LiveId" clId="{E84C667A-187F-4064-B7B0-4E60D3583703}" dt="2026-10-02T22:01:09.066" v="937" actId="478"/>
          <ac:spMkLst>
            <pc:docMk/>
            <pc:sldMk cId="3796923850" sldId="257"/>
            <ac:spMk id="7" creationId="{C409B3FD-C456-9848-2495-D61E39124F00}"/>
          </ac:spMkLst>
        </pc:spChg>
      </pc:sldChg>
      <pc:sldChg chg="addSp delSp modSp del mod">
        <pc:chgData name="Jhony Gomez" userId="5f1ac8455e56f045" providerId="LiveId" clId="{E84C667A-187F-4064-B7B0-4E60D3583703}" dt="2026-10-02T21:02:22.506" v="769" actId="47"/>
        <pc:sldMkLst>
          <pc:docMk/>
          <pc:sldMk cId="688008859" sldId="259"/>
        </pc:sldMkLst>
        <pc:spChg chg="mod">
          <ac:chgData name="Jhony Gomez" userId="5f1ac8455e56f045" providerId="LiveId" clId="{E84C667A-187F-4064-B7B0-4E60D3583703}" dt="2026-10-02T20:48:02.603" v="742" actId="403"/>
          <ac:spMkLst>
            <pc:docMk/>
            <pc:sldMk cId="688008859" sldId="259"/>
            <ac:spMk id="3" creationId="{36661F83-9138-FCD6-4420-87D87F86C298}"/>
          </ac:spMkLst>
        </pc:spChg>
        <pc:spChg chg="del">
          <ac:chgData name="Jhony Gomez" userId="5f1ac8455e56f045" providerId="LiveId" clId="{E84C667A-187F-4064-B7B0-4E60D3583703}" dt="2026-10-02T19:26:25.165" v="489" actId="478"/>
          <ac:spMkLst>
            <pc:docMk/>
            <pc:sldMk cId="688008859" sldId="259"/>
            <ac:spMk id="6" creationId="{B48FF391-EF05-4D35-A0F2-2EC6D8F621D5}"/>
          </ac:spMkLst>
        </pc:spChg>
        <pc:spChg chg="add del mod">
          <ac:chgData name="Jhony Gomez" userId="5f1ac8455e56f045" providerId="LiveId" clId="{E84C667A-187F-4064-B7B0-4E60D3583703}" dt="2026-10-02T20:43:53.671" v="731"/>
          <ac:spMkLst>
            <pc:docMk/>
            <pc:sldMk cId="688008859" sldId="259"/>
            <ac:spMk id="8" creationId="{757CD6AB-94E8-37AC-51A2-1D9889E9A341}"/>
          </ac:spMkLst>
        </pc:spChg>
        <pc:picChg chg="add del mod">
          <ac:chgData name="Jhony Gomez" userId="5f1ac8455e56f045" providerId="LiveId" clId="{E84C667A-187F-4064-B7B0-4E60D3583703}" dt="2026-10-02T20:43:43.967" v="727" actId="478"/>
          <ac:picMkLst>
            <pc:docMk/>
            <pc:sldMk cId="688008859" sldId="259"/>
            <ac:picMk id="4" creationId="{09054FC7-283F-D5D9-C7AB-B31188EA0691}"/>
          </ac:picMkLst>
        </pc:picChg>
        <pc:picChg chg="del mod">
          <ac:chgData name="Jhony Gomez" userId="5f1ac8455e56f045" providerId="LiveId" clId="{E84C667A-187F-4064-B7B0-4E60D3583703}" dt="2026-10-02T20:43:23.275" v="721" actId="478"/>
          <ac:picMkLst>
            <pc:docMk/>
            <pc:sldMk cId="688008859" sldId="259"/>
            <ac:picMk id="5" creationId="{C10439F5-F354-4B14-B48E-18D2F503B458}"/>
          </ac:picMkLst>
        </pc:picChg>
        <pc:picChg chg="add mod">
          <ac:chgData name="Jhony Gomez" userId="5f1ac8455e56f045" providerId="LiveId" clId="{E84C667A-187F-4064-B7B0-4E60D3583703}" dt="2026-10-02T20:48:08.946" v="743" actId="1076"/>
          <ac:picMkLst>
            <pc:docMk/>
            <pc:sldMk cId="688008859" sldId="259"/>
            <ac:picMk id="6" creationId="{6F19CCF1-8BFC-5CC0-83F8-923CBF4FA57A}"/>
          </ac:picMkLst>
        </pc:picChg>
      </pc:sldChg>
      <pc:sldChg chg="addSp delSp modSp mod">
        <pc:chgData name="Jhony Gomez" userId="5f1ac8455e56f045" providerId="LiveId" clId="{E84C667A-187F-4064-B7B0-4E60D3583703}" dt="2026-10-03T14:20:40.543" v="1570" actId="20577"/>
        <pc:sldMkLst>
          <pc:docMk/>
          <pc:sldMk cId="2537704845" sldId="260"/>
        </pc:sldMkLst>
        <pc:spChg chg="del mod">
          <ac:chgData name="Jhony Gomez" userId="5f1ac8455e56f045" providerId="LiveId" clId="{E84C667A-187F-4064-B7B0-4E60D3583703}" dt="2026-10-02T21:13:32.340" v="788" actId="478"/>
          <ac:spMkLst>
            <pc:docMk/>
            <pc:sldMk cId="2537704845" sldId="260"/>
            <ac:spMk id="2" creationId="{DB9BA5BF-6C39-E8FE-6B4B-4094409CB28C}"/>
          </ac:spMkLst>
        </pc:spChg>
        <pc:spChg chg="add mod">
          <ac:chgData name="Jhony Gomez" userId="5f1ac8455e56f045" providerId="LiveId" clId="{E84C667A-187F-4064-B7B0-4E60D3583703}" dt="2026-10-03T14:18:22.600" v="1556" actId="20577"/>
          <ac:spMkLst>
            <pc:docMk/>
            <pc:sldMk cId="2537704845" sldId="260"/>
            <ac:spMk id="3" creationId="{53E0B3F4-FBFD-A5E3-1E7F-E1918B28776C}"/>
          </ac:spMkLst>
        </pc:spChg>
        <pc:spChg chg="add mod">
          <ac:chgData name="Jhony Gomez" userId="5f1ac8455e56f045" providerId="LiveId" clId="{E84C667A-187F-4064-B7B0-4E60D3583703}" dt="2026-10-03T14:18:39.698" v="1557"/>
          <ac:spMkLst>
            <pc:docMk/>
            <pc:sldMk cId="2537704845" sldId="260"/>
            <ac:spMk id="5" creationId="{31B4A4D3-8679-1E61-04F2-DF8E0134DC46}"/>
          </ac:spMkLst>
        </pc:spChg>
        <pc:spChg chg="add del mod">
          <ac:chgData name="Jhony Gomez" userId="5f1ac8455e56f045" providerId="LiveId" clId="{E84C667A-187F-4064-B7B0-4E60D3583703}" dt="2026-10-02T21:13:33.888" v="789" actId="478"/>
          <ac:spMkLst>
            <pc:docMk/>
            <pc:sldMk cId="2537704845" sldId="260"/>
            <ac:spMk id="5" creationId="{FFB1A322-8172-DBF2-2B55-ACAEF9293EB7}"/>
          </ac:spMkLst>
        </pc:spChg>
        <pc:spChg chg="add mod">
          <ac:chgData name="Jhony Gomez" userId="5f1ac8455e56f045" providerId="LiveId" clId="{E84C667A-187F-4064-B7B0-4E60D3583703}" dt="2026-10-03T14:20:40.543" v="1570" actId="20577"/>
          <ac:spMkLst>
            <pc:docMk/>
            <pc:sldMk cId="2537704845" sldId="260"/>
            <ac:spMk id="6" creationId="{8A9BE94E-1ECD-6941-F298-D411E6B49AD4}"/>
          </ac:spMkLst>
        </pc:spChg>
        <pc:spChg chg="add del mod">
          <ac:chgData name="Jhony Gomez" userId="5f1ac8455e56f045" providerId="LiveId" clId="{E84C667A-187F-4064-B7B0-4E60D3583703}" dt="2026-10-03T14:18:05.462" v="1551" actId="1076"/>
          <ac:spMkLst>
            <pc:docMk/>
            <pc:sldMk cId="2537704845" sldId="260"/>
            <ac:spMk id="9" creationId="{480D72AF-1616-4663-BC22-54048850ED05}"/>
          </ac:spMkLst>
        </pc:spChg>
        <pc:picChg chg="add del mod">
          <ac:chgData name="Jhony Gomez" userId="5f1ac8455e56f045" providerId="LiveId" clId="{E84C667A-187F-4064-B7B0-4E60D3583703}" dt="2026-10-03T05:24:02.783" v="980" actId="478"/>
          <ac:picMkLst>
            <pc:docMk/>
            <pc:sldMk cId="2537704845" sldId="260"/>
            <ac:picMk id="3" creationId="{7D3A686F-E8A2-026C-BFB3-1333F5392A79}"/>
          </ac:picMkLst>
        </pc:picChg>
        <pc:picChg chg="add del mod">
          <ac:chgData name="Jhony Gomez" userId="5f1ac8455e56f045" providerId="LiveId" clId="{E84C667A-187F-4064-B7B0-4E60D3583703}" dt="2026-10-03T05:21:30.968" v="971" actId="478"/>
          <ac:picMkLst>
            <pc:docMk/>
            <pc:sldMk cId="2537704845" sldId="260"/>
            <ac:picMk id="4" creationId="{61B29CEF-B24F-11B2-F4CD-618D80727BAD}"/>
          </ac:picMkLst>
        </pc:picChg>
        <pc:picChg chg="mod">
          <ac:chgData name="Jhony Gomez" userId="5f1ac8455e56f045" providerId="LiveId" clId="{E84C667A-187F-4064-B7B0-4E60D3583703}" dt="2026-10-03T14:18:51.621" v="1558" actId="14100"/>
          <ac:picMkLst>
            <pc:docMk/>
            <pc:sldMk cId="2537704845" sldId="260"/>
            <ac:picMk id="8" creationId="{DEC2E1FE-E24B-400D-B39C-537C2CCED519}"/>
          </ac:picMkLst>
        </pc:picChg>
      </pc:sldChg>
      <pc:sldChg chg="addSp delSp modSp mod">
        <pc:chgData name="Jhony Gomez" userId="5f1ac8455e56f045" providerId="LiveId" clId="{E84C667A-187F-4064-B7B0-4E60D3583703}" dt="2026-10-03T16:43:43.429" v="1855"/>
        <pc:sldMkLst>
          <pc:docMk/>
          <pc:sldMk cId="3123720289" sldId="267"/>
        </pc:sldMkLst>
        <pc:spChg chg="mod">
          <ac:chgData name="Jhony Gomez" userId="5f1ac8455e56f045" providerId="LiveId" clId="{E84C667A-187F-4064-B7B0-4E60D3583703}" dt="2026-10-03T16:43:38.879" v="1854" actId="1076"/>
          <ac:spMkLst>
            <pc:docMk/>
            <pc:sldMk cId="3123720289" sldId="267"/>
            <ac:spMk id="2" creationId="{251106DD-4A16-4656-8106-12D0CEEC66E5}"/>
          </ac:spMkLst>
        </pc:spChg>
        <pc:spChg chg="del mod">
          <ac:chgData name="Jhony Gomez" userId="5f1ac8455e56f045" providerId="LiveId" clId="{E84C667A-187F-4064-B7B0-4E60D3583703}" dt="2026-10-02T22:02:45.471" v="949" actId="478"/>
          <ac:spMkLst>
            <pc:docMk/>
            <pc:sldMk cId="3123720289" sldId="267"/>
            <ac:spMk id="3" creationId="{0C566EE3-A2DC-4634-A827-7F8CAF749E37}"/>
          </ac:spMkLst>
        </pc:spChg>
        <pc:spChg chg="add del mod">
          <ac:chgData name="Jhony Gomez" userId="5f1ac8455e56f045" providerId="LiveId" clId="{E84C667A-187F-4064-B7B0-4E60D3583703}" dt="2026-10-02T22:02:46.772" v="950" actId="478"/>
          <ac:spMkLst>
            <pc:docMk/>
            <pc:sldMk cId="3123720289" sldId="267"/>
            <ac:spMk id="5" creationId="{E4AC3CAF-42A3-B429-3433-2ABB584E036F}"/>
          </ac:spMkLst>
        </pc:spChg>
        <pc:spChg chg="add mod">
          <ac:chgData name="Jhony Gomez" userId="5f1ac8455e56f045" providerId="LiveId" clId="{E84C667A-187F-4064-B7B0-4E60D3583703}" dt="2026-10-03T16:43:43.429" v="1855"/>
          <ac:spMkLst>
            <pc:docMk/>
            <pc:sldMk cId="3123720289" sldId="267"/>
            <ac:spMk id="7" creationId="{B32A5E05-1FDE-B322-0863-21055419B1EE}"/>
          </ac:spMkLst>
        </pc:spChg>
      </pc:sldChg>
      <pc:sldChg chg="del">
        <pc:chgData name="Jhony Gomez" userId="5f1ac8455e56f045" providerId="LiveId" clId="{E84C667A-187F-4064-B7B0-4E60D3583703}" dt="2026-10-02T20:11:32.237" v="669" actId="47"/>
        <pc:sldMkLst>
          <pc:docMk/>
          <pc:sldMk cId="3570899494" sldId="268"/>
        </pc:sldMkLst>
      </pc:sldChg>
      <pc:sldChg chg="modSp mod">
        <pc:chgData name="Jhony Gomez" userId="5f1ac8455e56f045" providerId="LiveId" clId="{E84C667A-187F-4064-B7B0-4E60D3583703}" dt="2026-10-03T14:08:04.659" v="1529" actId="20577"/>
        <pc:sldMkLst>
          <pc:docMk/>
          <pc:sldMk cId="1200137787" sldId="269"/>
        </pc:sldMkLst>
        <pc:spChg chg="mod">
          <ac:chgData name="Jhony Gomez" userId="5f1ac8455e56f045" providerId="LiveId" clId="{E84C667A-187F-4064-B7B0-4E60D3583703}" dt="2026-10-03T14:08:04.659" v="1529" actId="20577"/>
          <ac:spMkLst>
            <pc:docMk/>
            <pc:sldMk cId="1200137787" sldId="269"/>
            <ac:spMk id="4" creationId="{ABAF0D08-5F75-4A88-A052-E8DE763EC799}"/>
          </ac:spMkLst>
        </pc:spChg>
      </pc:sldChg>
      <pc:sldChg chg="del ord">
        <pc:chgData name="Jhony Gomez" userId="5f1ac8455e56f045" providerId="LiveId" clId="{E84C667A-187F-4064-B7B0-4E60D3583703}" dt="2026-10-02T20:11:27.333" v="666" actId="47"/>
        <pc:sldMkLst>
          <pc:docMk/>
          <pc:sldMk cId="718128432" sldId="270"/>
        </pc:sldMkLst>
      </pc:sldChg>
      <pc:sldChg chg="del">
        <pc:chgData name="Jhony Gomez" userId="5f1ac8455e56f045" providerId="LiveId" clId="{E84C667A-187F-4064-B7B0-4E60D3583703}" dt="2026-10-02T20:11:33.680" v="670" actId="47"/>
        <pc:sldMkLst>
          <pc:docMk/>
          <pc:sldMk cId="2478068490" sldId="271"/>
        </pc:sldMkLst>
      </pc:sldChg>
      <pc:sldChg chg="del">
        <pc:chgData name="Jhony Gomez" userId="5f1ac8455e56f045" providerId="LiveId" clId="{E84C667A-187F-4064-B7B0-4E60D3583703}" dt="2026-10-02T20:11:37.465" v="672" actId="47"/>
        <pc:sldMkLst>
          <pc:docMk/>
          <pc:sldMk cId="4116469412" sldId="272"/>
        </pc:sldMkLst>
      </pc:sldChg>
      <pc:sldChg chg="del">
        <pc:chgData name="Jhony Gomez" userId="5f1ac8455e56f045" providerId="LiveId" clId="{E84C667A-187F-4064-B7B0-4E60D3583703}" dt="2026-10-02T20:11:36.073" v="671" actId="47"/>
        <pc:sldMkLst>
          <pc:docMk/>
          <pc:sldMk cId="254935079" sldId="273"/>
        </pc:sldMkLst>
      </pc:sldChg>
      <pc:sldChg chg="del">
        <pc:chgData name="Jhony Gomez" userId="5f1ac8455e56f045" providerId="LiveId" clId="{E84C667A-187F-4064-B7B0-4E60D3583703}" dt="2026-10-02T20:11:40.597" v="673" actId="47"/>
        <pc:sldMkLst>
          <pc:docMk/>
          <pc:sldMk cId="3123317970" sldId="274"/>
        </pc:sldMkLst>
      </pc:sldChg>
      <pc:sldChg chg="addSp delSp modSp mod">
        <pc:chgData name="Jhony Gomez" userId="5f1ac8455e56f045" providerId="LiveId" clId="{E84C667A-187F-4064-B7B0-4E60D3583703}" dt="2026-10-03T16:43:14.982" v="1853"/>
        <pc:sldMkLst>
          <pc:docMk/>
          <pc:sldMk cId="388262627" sldId="275"/>
        </pc:sldMkLst>
        <pc:spChg chg="mod">
          <ac:chgData name="Jhony Gomez" userId="5f1ac8455e56f045" providerId="LiveId" clId="{E84C667A-187F-4064-B7B0-4E60D3583703}" dt="2026-10-03T16:42:59.692" v="1852" actId="1076"/>
          <ac:spMkLst>
            <pc:docMk/>
            <pc:sldMk cId="388262627" sldId="275"/>
            <ac:spMk id="2" creationId="{BAC14BB9-4BBC-B7BF-F8EE-90DD9F1F8B85}"/>
          </ac:spMkLst>
        </pc:spChg>
        <pc:spChg chg="del mod">
          <ac:chgData name="Jhony Gomez" userId="5f1ac8455e56f045" providerId="LiveId" clId="{E84C667A-187F-4064-B7B0-4E60D3583703}" dt="2026-10-02T22:02:06.266" v="945" actId="478"/>
          <ac:spMkLst>
            <pc:docMk/>
            <pc:sldMk cId="388262627" sldId="275"/>
            <ac:spMk id="3" creationId="{75533C0F-1DCB-3D6B-9B90-59607F5A37E7}"/>
          </ac:spMkLst>
        </pc:spChg>
        <pc:spChg chg="add del mod">
          <ac:chgData name="Jhony Gomez" userId="5f1ac8455e56f045" providerId="LiveId" clId="{E84C667A-187F-4064-B7B0-4E60D3583703}" dt="2026-10-02T22:02:08.832" v="946" actId="478"/>
          <ac:spMkLst>
            <pc:docMk/>
            <pc:sldMk cId="388262627" sldId="275"/>
            <ac:spMk id="5" creationId="{74B7DE52-A125-D5C5-6066-AB0EC2A256A9}"/>
          </ac:spMkLst>
        </pc:spChg>
        <pc:spChg chg="add mod">
          <ac:chgData name="Jhony Gomez" userId="5f1ac8455e56f045" providerId="LiveId" clId="{E84C667A-187F-4064-B7B0-4E60D3583703}" dt="2026-10-03T16:43:14.982" v="1853"/>
          <ac:spMkLst>
            <pc:docMk/>
            <pc:sldMk cId="388262627" sldId="275"/>
            <ac:spMk id="7" creationId="{A7700515-AA2F-B20A-8CEF-9CF4495DD6E2}"/>
          </ac:spMkLst>
        </pc:spChg>
      </pc:sldChg>
      <pc:sldChg chg="addSp delSp modSp mod">
        <pc:chgData name="Jhony Gomez" userId="5f1ac8455e56f045" providerId="LiveId" clId="{E84C667A-187F-4064-B7B0-4E60D3583703}" dt="2026-10-03T16:43:53.083" v="1856" actId="1076"/>
        <pc:sldMkLst>
          <pc:docMk/>
          <pc:sldMk cId="68466766" sldId="276"/>
        </pc:sldMkLst>
        <pc:spChg chg="mod">
          <ac:chgData name="Jhony Gomez" userId="5f1ac8455e56f045" providerId="LiveId" clId="{E84C667A-187F-4064-B7B0-4E60D3583703}" dt="2026-10-03T16:43:53.083" v="1856" actId="1076"/>
          <ac:spMkLst>
            <pc:docMk/>
            <pc:sldMk cId="68466766" sldId="276"/>
            <ac:spMk id="2" creationId="{E8E3BDA8-CF76-F24C-561C-C57560790E57}"/>
          </ac:spMkLst>
        </pc:spChg>
        <pc:spChg chg="del mod">
          <ac:chgData name="Jhony Gomez" userId="5f1ac8455e56f045" providerId="LiveId" clId="{E84C667A-187F-4064-B7B0-4E60D3583703}" dt="2026-10-02T22:03:43.675" v="956" actId="478"/>
          <ac:spMkLst>
            <pc:docMk/>
            <pc:sldMk cId="68466766" sldId="276"/>
            <ac:spMk id="3" creationId="{42797C48-927F-4A69-5E55-D45158A4622F}"/>
          </ac:spMkLst>
        </pc:spChg>
        <pc:spChg chg="add mod">
          <ac:chgData name="Jhony Gomez" userId="5f1ac8455e56f045" providerId="LiveId" clId="{E84C667A-187F-4064-B7B0-4E60D3583703}" dt="2026-10-02T22:03:54.357" v="959"/>
          <ac:spMkLst>
            <pc:docMk/>
            <pc:sldMk cId="68466766" sldId="276"/>
            <ac:spMk id="5" creationId="{915E2AD0-D9A4-31C8-2E91-C6B686D4C347}"/>
          </ac:spMkLst>
        </pc:spChg>
        <pc:spChg chg="add del mod">
          <ac:chgData name="Jhony Gomez" userId="5f1ac8455e56f045" providerId="LiveId" clId="{E84C667A-187F-4064-B7B0-4E60D3583703}" dt="2026-10-02T22:03:47.010" v="957" actId="478"/>
          <ac:spMkLst>
            <pc:docMk/>
            <pc:sldMk cId="68466766" sldId="276"/>
            <ac:spMk id="7" creationId="{9363C5E2-A73C-CCE4-74EA-4FCC454A1108}"/>
          </ac:spMkLst>
        </pc:spChg>
      </pc:sldChg>
      <pc:sldChg chg="addSp delSp modSp mod">
        <pc:chgData name="Jhony Gomez" userId="5f1ac8455e56f045" providerId="LiveId" clId="{E84C667A-187F-4064-B7B0-4E60D3583703}" dt="2026-10-03T06:35:48.378" v="1334"/>
        <pc:sldMkLst>
          <pc:docMk/>
          <pc:sldMk cId="1997614909" sldId="277"/>
        </pc:sldMkLst>
        <pc:spChg chg="del mod">
          <ac:chgData name="Jhony Gomez" userId="5f1ac8455e56f045" providerId="LiveId" clId="{E84C667A-187F-4064-B7B0-4E60D3583703}" dt="2026-10-03T01:35:00.890" v="964" actId="478"/>
          <ac:spMkLst>
            <pc:docMk/>
            <pc:sldMk cId="1997614909" sldId="277"/>
            <ac:spMk id="3" creationId="{ABF2C08E-304B-E197-51F9-87DA3B33BFD4}"/>
          </ac:spMkLst>
        </pc:spChg>
        <pc:spChg chg="add mod">
          <ac:chgData name="Jhony Gomez" userId="5f1ac8455e56f045" providerId="LiveId" clId="{E84C667A-187F-4064-B7B0-4E60D3583703}" dt="2026-10-03T06:35:48.378" v="1334"/>
          <ac:spMkLst>
            <pc:docMk/>
            <pc:sldMk cId="1997614909" sldId="277"/>
            <ac:spMk id="4" creationId="{F4763A91-1FE9-9F17-8A1C-313036490912}"/>
          </ac:spMkLst>
        </pc:spChg>
      </pc:sldChg>
      <pc:sldChg chg="addSp delSp modSp add mod">
        <pc:chgData name="Jhony Gomez" userId="5f1ac8455e56f045" providerId="LiveId" clId="{E84C667A-187F-4064-B7B0-4E60D3583703}" dt="2026-10-03T14:32:37.171" v="1604"/>
        <pc:sldMkLst>
          <pc:docMk/>
          <pc:sldMk cId="67691997" sldId="278"/>
        </pc:sldMkLst>
        <pc:spChg chg="del mod">
          <ac:chgData name="Jhony Gomez" userId="5f1ac8455e56f045" providerId="LiveId" clId="{E84C667A-187F-4064-B7B0-4E60D3583703}" dt="2026-10-02T21:15:38.157" v="790" actId="478"/>
          <ac:spMkLst>
            <pc:docMk/>
            <pc:sldMk cId="67691997" sldId="278"/>
            <ac:spMk id="2" creationId="{C211C435-ED52-9B98-5C15-A49941DA4927}"/>
          </ac:spMkLst>
        </pc:spChg>
        <pc:spChg chg="add mod">
          <ac:chgData name="Jhony Gomez" userId="5f1ac8455e56f045" providerId="LiveId" clId="{E84C667A-187F-4064-B7B0-4E60D3583703}" dt="2026-10-03T14:25:17.621" v="1589" actId="14100"/>
          <ac:spMkLst>
            <pc:docMk/>
            <pc:sldMk cId="67691997" sldId="278"/>
            <ac:spMk id="5" creationId="{2DE34A13-28F4-435E-618D-3B80FE82599A}"/>
          </ac:spMkLst>
        </pc:spChg>
        <pc:spChg chg="mod">
          <ac:chgData name="Jhony Gomez" userId="5f1ac8455e56f045" providerId="LiveId" clId="{E84C667A-187F-4064-B7B0-4E60D3583703}" dt="2026-10-03T14:25:23.043" v="1591" actId="1076"/>
          <ac:spMkLst>
            <pc:docMk/>
            <pc:sldMk cId="67691997" sldId="278"/>
            <ac:spMk id="9" creationId="{2CB7918C-9539-5D14-ED59-B63CA11E58F2}"/>
          </ac:spMkLst>
        </pc:spChg>
        <pc:spChg chg="add mod">
          <ac:chgData name="Jhony Gomez" userId="5f1ac8455e56f045" providerId="LiveId" clId="{E84C667A-187F-4064-B7B0-4E60D3583703}" dt="2026-10-03T14:32:37.171" v="1604"/>
          <ac:spMkLst>
            <pc:docMk/>
            <pc:sldMk cId="67691997" sldId="278"/>
            <ac:spMk id="11" creationId="{8546C35B-29FE-6723-33B0-07092ACD1EAB}"/>
          </ac:spMkLst>
        </pc:spChg>
        <pc:picChg chg="add mod">
          <ac:chgData name="Jhony Gomez" userId="5f1ac8455e56f045" providerId="LiveId" clId="{E84C667A-187F-4064-B7B0-4E60D3583703}" dt="2026-10-03T14:21:54.860" v="1574" actId="208"/>
          <ac:picMkLst>
            <pc:docMk/>
            <pc:sldMk cId="67691997" sldId="278"/>
            <ac:picMk id="3" creationId="{334F1DE3-6A0C-BA33-E870-4892C5031A9B}"/>
          </ac:picMkLst>
        </pc:picChg>
        <pc:picChg chg="del mod">
          <ac:chgData name="Jhony Gomez" userId="5f1ac8455e56f045" providerId="LiveId" clId="{E84C667A-187F-4064-B7B0-4E60D3583703}" dt="2026-10-03T14:22:00.701" v="1575" actId="478"/>
          <ac:picMkLst>
            <pc:docMk/>
            <pc:sldMk cId="67691997" sldId="278"/>
            <ac:picMk id="4" creationId="{9D65E5E8-890B-2E54-3C23-71DD72A151A7}"/>
          </ac:picMkLst>
        </pc:picChg>
        <pc:picChg chg="add mod">
          <ac:chgData name="Jhony Gomez" userId="5f1ac8455e56f045" providerId="LiveId" clId="{E84C667A-187F-4064-B7B0-4E60D3583703}" dt="2026-10-03T14:25:38.104" v="1594" actId="208"/>
          <ac:picMkLst>
            <pc:docMk/>
            <pc:sldMk cId="67691997" sldId="278"/>
            <ac:picMk id="7" creationId="{92F2B18F-27F8-F3E9-2A9D-B3281BF5C877}"/>
          </ac:picMkLst>
        </pc:picChg>
        <pc:picChg chg="del mod">
          <ac:chgData name="Jhony Gomez" userId="5f1ac8455e56f045" providerId="LiveId" clId="{E84C667A-187F-4064-B7B0-4E60D3583703}" dt="2026-10-03T14:21:36.340" v="1571" actId="478"/>
          <ac:picMkLst>
            <pc:docMk/>
            <pc:sldMk cId="67691997" sldId="278"/>
            <ac:picMk id="8" creationId="{CCB062B9-50F6-9C06-8D70-5747BC215C74}"/>
          </ac:picMkLst>
        </pc:picChg>
      </pc:sldChg>
      <pc:sldChg chg="addSp delSp modSp add del mod">
        <pc:chgData name="Jhony Gomez" userId="5f1ac8455e56f045" providerId="LiveId" clId="{E84C667A-187F-4064-B7B0-4E60D3583703}" dt="2026-10-02T20:45:28.098" v="732" actId="47"/>
        <pc:sldMkLst>
          <pc:docMk/>
          <pc:sldMk cId="3897807893" sldId="278"/>
        </pc:sldMkLst>
        <pc:spChg chg="mod">
          <ac:chgData name="Jhony Gomez" userId="5f1ac8455e56f045" providerId="LiveId" clId="{E84C667A-187F-4064-B7B0-4E60D3583703}" dt="2026-10-02T19:29:01.272" v="636" actId="1076"/>
          <ac:spMkLst>
            <pc:docMk/>
            <pc:sldMk cId="3897807893" sldId="278"/>
            <ac:spMk id="3" creationId="{78B687B9-9135-1722-1491-755A765B57C3}"/>
          </ac:spMkLst>
        </pc:spChg>
        <pc:spChg chg="del">
          <ac:chgData name="Jhony Gomez" userId="5f1ac8455e56f045" providerId="LiveId" clId="{E84C667A-187F-4064-B7B0-4E60D3583703}" dt="2026-10-02T19:28:10.736" v="591" actId="478"/>
          <ac:spMkLst>
            <pc:docMk/>
            <pc:sldMk cId="3897807893" sldId="278"/>
            <ac:spMk id="6" creationId="{153B3A20-0D1C-2FAF-D86C-6BCCC276D8C2}"/>
          </ac:spMkLst>
        </pc:spChg>
        <pc:spChg chg="add mod">
          <ac:chgData name="Jhony Gomez" userId="5f1ac8455e56f045" providerId="LiveId" clId="{E84C667A-187F-4064-B7B0-4E60D3583703}" dt="2026-10-02T19:28:06.035" v="590" actId="20577"/>
          <ac:spMkLst>
            <pc:docMk/>
            <pc:sldMk cId="3897807893" sldId="278"/>
            <ac:spMk id="7" creationId="{C8238AF7-741C-407A-271D-5755C69BADAA}"/>
          </ac:spMkLst>
        </pc:spChg>
        <pc:picChg chg="mod">
          <ac:chgData name="Jhony Gomez" userId="5f1ac8455e56f045" providerId="LiveId" clId="{E84C667A-187F-4064-B7B0-4E60D3583703}" dt="2026-10-02T19:29:05.885" v="645" actId="1036"/>
          <ac:picMkLst>
            <pc:docMk/>
            <pc:sldMk cId="3897807893" sldId="278"/>
            <ac:picMk id="4" creationId="{CBDFBA86-BBD4-6CE2-F781-9FCC6C516CFF}"/>
          </ac:picMkLst>
        </pc:picChg>
        <pc:picChg chg="mod">
          <ac:chgData name="Jhony Gomez" userId="5f1ac8455e56f045" providerId="LiveId" clId="{E84C667A-187F-4064-B7B0-4E60D3583703}" dt="2026-10-02T19:29:05.885" v="645" actId="1036"/>
          <ac:picMkLst>
            <pc:docMk/>
            <pc:sldMk cId="3897807893" sldId="278"/>
            <ac:picMk id="5" creationId="{52BA621B-18D1-DBAB-3E62-BC53A781EC19}"/>
          </ac:picMkLst>
        </pc:pic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285759063" sldId="279"/>
        </pc:sldMkLst>
        <pc:spChg chg="mod">
          <ac:chgData name="Jhony Gomez" userId="5f1ac8455e56f045" providerId="LiveId" clId="{E84C667A-187F-4064-B7B0-4E60D3583703}" dt="2026-10-02T19:45:54.065" v="652"/>
          <ac:spMkLst>
            <pc:docMk/>
            <pc:sldMk cId="285759063" sldId="279"/>
            <ac:spMk id="3" creationId="{8DFAC172-FA11-0344-6503-EC643169FC94}"/>
          </ac:spMkLst>
        </pc:spChg>
        <pc:spChg chg="mod">
          <ac:chgData name="Jhony Gomez" userId="5f1ac8455e56f045" providerId="LiveId" clId="{E84C667A-187F-4064-B7B0-4E60D3583703}" dt="2026-10-02T19:45:42.944" v="651"/>
          <ac:spMkLst>
            <pc:docMk/>
            <pc:sldMk cId="285759063" sldId="279"/>
            <ac:spMk id="7" creationId="{76982BC5-6CF4-E0A0-AED6-BCED55DB225C}"/>
          </ac:spMkLst>
        </pc:spChg>
        <pc:picChg chg="mod">
          <ac:chgData name="Jhony Gomez" userId="5f1ac8455e56f045" providerId="LiveId" clId="{E84C667A-187F-4064-B7B0-4E60D3583703}" dt="2026-10-02T19:45:13.313" v="650" actId="14826"/>
          <ac:picMkLst>
            <pc:docMk/>
            <pc:sldMk cId="285759063" sldId="279"/>
            <ac:picMk id="4" creationId="{FCA65178-732A-7F2C-C772-BC573E03D326}"/>
          </ac:picMkLst>
        </pc:picChg>
        <pc:picChg chg="mod">
          <ac:chgData name="Jhony Gomez" userId="5f1ac8455e56f045" providerId="LiveId" clId="{E84C667A-187F-4064-B7B0-4E60D3583703}" dt="2026-10-02T19:43:59.152" v="649" actId="14826"/>
          <ac:picMkLst>
            <pc:docMk/>
            <pc:sldMk cId="285759063" sldId="279"/>
            <ac:picMk id="5" creationId="{A6F2EA18-BE69-29A9-AC8F-611AD637002E}"/>
          </ac:picMkLst>
        </pc:picChg>
      </pc:sldChg>
      <pc:sldChg chg="modSp add del mod">
        <pc:chgData name="Jhony Gomez" userId="5f1ac8455e56f045" providerId="LiveId" clId="{E84C667A-187F-4064-B7B0-4E60D3583703}" dt="2026-10-02T21:02:25.204" v="770" actId="47"/>
        <pc:sldMkLst>
          <pc:docMk/>
          <pc:sldMk cId="943497650" sldId="279"/>
        </pc:sldMkLst>
        <pc:picChg chg="mod">
          <ac:chgData name="Jhony Gomez" userId="5f1ac8455e56f045" providerId="LiveId" clId="{E84C667A-187F-4064-B7B0-4E60D3583703}" dt="2026-10-02T20:47:19.153" v="738" actId="1076"/>
          <ac:picMkLst>
            <pc:docMk/>
            <pc:sldMk cId="943497650" sldId="279"/>
            <ac:picMk id="6" creationId="{5209BCE1-D0F3-DD73-E08B-81F41FDE569C}"/>
          </ac:picMkLst>
        </pc:pic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766772932" sldId="280"/>
        </pc:sldMkLst>
        <pc:spChg chg="mod">
          <ac:chgData name="Jhony Gomez" userId="5f1ac8455e56f045" providerId="LiveId" clId="{E84C667A-187F-4064-B7B0-4E60D3583703}" dt="2026-10-02T19:46:34.414" v="655"/>
          <ac:spMkLst>
            <pc:docMk/>
            <pc:sldMk cId="1766772932" sldId="280"/>
            <ac:spMk id="3" creationId="{0E2946F9-64BA-9E95-5D25-79F8D5A29BF9}"/>
          </ac:spMkLst>
        </pc:spChg>
        <pc:spChg chg="mod">
          <ac:chgData name="Jhony Gomez" userId="5f1ac8455e56f045" providerId="LiveId" clId="{E84C667A-187F-4064-B7B0-4E60D3583703}" dt="2026-10-02T19:46:25.553" v="654"/>
          <ac:spMkLst>
            <pc:docMk/>
            <pc:sldMk cId="1766772932" sldId="280"/>
            <ac:spMk id="7" creationId="{825AC570-4189-F102-87E7-A57592BF730D}"/>
          </ac:spMkLst>
        </pc:spChg>
        <pc:picChg chg="mod">
          <ac:chgData name="Jhony Gomez" userId="5f1ac8455e56f045" providerId="LiveId" clId="{E84C667A-187F-4064-B7B0-4E60D3583703}" dt="2026-10-02T19:51:48.142" v="660" actId="14826"/>
          <ac:picMkLst>
            <pc:docMk/>
            <pc:sldMk cId="1766772932" sldId="280"/>
            <ac:picMk id="4" creationId="{4B9E3327-518C-865D-792A-CC6E880A887F}"/>
          </ac:picMkLst>
        </pc:picChg>
        <pc:picChg chg="mod">
          <ac:chgData name="Jhony Gomez" userId="5f1ac8455e56f045" providerId="LiveId" clId="{E84C667A-187F-4064-B7B0-4E60D3583703}" dt="2026-10-02T19:51:06.009" v="659" actId="14826"/>
          <ac:picMkLst>
            <pc:docMk/>
            <pc:sldMk cId="1766772932" sldId="280"/>
            <ac:picMk id="5" creationId="{63E24D86-FE81-6CC7-0BA5-87DBB985DA27}"/>
          </ac:picMkLst>
        </pc:picChg>
      </pc:sldChg>
      <pc:sldChg chg="addSp delSp modSp add mod">
        <pc:chgData name="Jhony Gomez" userId="5f1ac8455e56f045" providerId="LiveId" clId="{E84C667A-187F-4064-B7B0-4E60D3583703}" dt="2026-10-03T14:54:36.628" v="1621" actId="1076"/>
        <pc:sldMkLst>
          <pc:docMk/>
          <pc:sldMk cId="4205287880" sldId="280"/>
        </pc:sldMkLst>
        <pc:spChg chg="del">
          <ac:chgData name="Jhony Gomez" userId="5f1ac8455e56f045" providerId="LiveId" clId="{E84C667A-187F-4064-B7B0-4E60D3583703}" dt="2026-10-02T21:03:11.348" v="773" actId="478"/>
          <ac:spMkLst>
            <pc:docMk/>
            <pc:sldMk cId="4205287880" sldId="280"/>
            <ac:spMk id="2" creationId="{B1D2CE0C-EAD2-74D0-E2CA-C99E3A4E3711}"/>
          </ac:spMkLst>
        </pc:spChg>
        <pc:spChg chg="add mod">
          <ac:chgData name="Jhony Gomez" userId="5f1ac8455e56f045" providerId="LiveId" clId="{E84C667A-187F-4064-B7B0-4E60D3583703}" dt="2026-10-03T14:54:36.628" v="1621" actId="1076"/>
          <ac:spMkLst>
            <pc:docMk/>
            <pc:sldMk cId="4205287880" sldId="280"/>
            <ac:spMk id="3" creationId="{07B2D4CB-D01F-06F9-F206-9A487B9641D5}"/>
          </ac:spMkLst>
        </pc:spChg>
        <pc:spChg chg="add mod">
          <ac:chgData name="Jhony Gomez" userId="5f1ac8455e56f045" providerId="LiveId" clId="{E84C667A-187F-4064-B7B0-4E60D3583703}" dt="2026-10-03T14:53:40.767" v="1618"/>
          <ac:spMkLst>
            <pc:docMk/>
            <pc:sldMk cId="4205287880" sldId="280"/>
            <ac:spMk id="4" creationId="{6603F5B1-716A-8A18-0B52-35A188720D5B}"/>
          </ac:spMkLst>
        </pc:spChg>
        <pc:spChg chg="add del mod">
          <ac:chgData name="Jhony Gomez" userId="5f1ac8455e56f045" providerId="LiveId" clId="{E84C667A-187F-4064-B7B0-4E60D3583703}" dt="2026-10-02T21:03:14.520" v="774" actId="478"/>
          <ac:spMkLst>
            <pc:docMk/>
            <pc:sldMk cId="4205287880" sldId="280"/>
            <ac:spMk id="5" creationId="{575B0CEB-6C17-5622-3BCD-916B2C7CF3EC}"/>
          </ac:spMkLst>
        </pc:spChg>
        <pc:spChg chg="add mod">
          <ac:chgData name="Jhony Gomez" userId="5f1ac8455e56f045" providerId="LiveId" clId="{E84C667A-187F-4064-B7B0-4E60D3583703}" dt="2026-10-03T14:53:51.404" v="1619"/>
          <ac:spMkLst>
            <pc:docMk/>
            <pc:sldMk cId="4205287880" sldId="280"/>
            <ac:spMk id="6" creationId="{87B8E079-48E7-32C7-CD3D-BB3A005D939E}"/>
          </ac:spMkLst>
        </pc:spChg>
        <pc:spChg chg="mod">
          <ac:chgData name="Jhony Gomez" userId="5f1ac8455e56f045" providerId="LiveId" clId="{E84C667A-187F-4064-B7B0-4E60D3583703}" dt="2026-10-03T14:53:28.075" v="1617" actId="1076"/>
          <ac:spMkLst>
            <pc:docMk/>
            <pc:sldMk cId="4205287880" sldId="280"/>
            <ac:spMk id="9" creationId="{21D2C099-A3B4-8593-48F9-D1C85A03C804}"/>
          </ac:spMkLst>
        </pc:spChg>
        <pc:picChg chg="del mod">
          <ac:chgData name="Jhony Gomez" userId="5f1ac8455e56f045" providerId="LiveId" clId="{E84C667A-187F-4064-B7B0-4E60D3583703}" dt="2026-10-03T05:27:23.098" v="1003" actId="478"/>
          <ac:picMkLst>
            <pc:docMk/>
            <pc:sldMk cId="4205287880" sldId="280"/>
            <ac:picMk id="4" creationId="{80EF7478-4D04-3BFD-49D3-C3D9417DB01E}"/>
          </ac:picMkLst>
        </pc:picChg>
        <pc:picChg chg="mod">
          <ac:chgData name="Jhony Gomez" userId="5f1ac8455e56f045" providerId="LiveId" clId="{E84C667A-187F-4064-B7B0-4E60D3583703}" dt="2026-10-03T14:54:27.443" v="1620" actId="1076"/>
          <ac:picMkLst>
            <pc:docMk/>
            <pc:sldMk cId="4205287880" sldId="280"/>
            <ac:picMk id="8" creationId="{7A5EEBB1-D09B-41D3-5116-97B5E66F82C2}"/>
          </ac:picMkLst>
        </pc:picChg>
      </pc:sldChg>
      <pc:sldChg chg="addSp delSp modSp add mod">
        <pc:chgData name="Jhony Gomez" userId="5f1ac8455e56f045" providerId="LiveId" clId="{E84C667A-187F-4064-B7B0-4E60D3583703}" dt="2026-10-03T15:01:02.547" v="1652" actId="1076"/>
        <pc:sldMkLst>
          <pc:docMk/>
          <pc:sldMk cId="959373400" sldId="281"/>
        </pc:sldMkLst>
        <pc:spChg chg="del mod">
          <ac:chgData name="Jhony Gomez" userId="5f1ac8455e56f045" providerId="LiveId" clId="{E84C667A-187F-4064-B7B0-4E60D3583703}" dt="2026-10-02T21:10:35.192" v="787" actId="478"/>
          <ac:spMkLst>
            <pc:docMk/>
            <pc:sldMk cId="959373400" sldId="281"/>
            <ac:spMk id="2" creationId="{D971110B-B1E0-4E58-AB86-804B31E7C116}"/>
          </ac:spMkLst>
        </pc:spChg>
        <pc:spChg chg="add mod">
          <ac:chgData name="Jhony Gomez" userId="5f1ac8455e56f045" providerId="LiveId" clId="{E84C667A-187F-4064-B7B0-4E60D3583703}" dt="2026-10-03T15:00:24.326" v="1646"/>
          <ac:spMkLst>
            <pc:docMk/>
            <pc:sldMk cId="959373400" sldId="281"/>
            <ac:spMk id="5" creationId="{D4BBE4C0-6F0E-1D7F-CD28-A5EDB800FBE1}"/>
          </ac:spMkLst>
        </pc:spChg>
        <pc:spChg chg="mod">
          <ac:chgData name="Jhony Gomez" userId="5f1ac8455e56f045" providerId="LiveId" clId="{E84C667A-187F-4064-B7B0-4E60D3583703}" dt="2026-10-03T15:00:39.920" v="1648"/>
          <ac:spMkLst>
            <pc:docMk/>
            <pc:sldMk cId="959373400" sldId="281"/>
            <ac:spMk id="9" creationId="{51B24BDB-B602-0CC6-A691-E9F4AFD4093D}"/>
          </ac:spMkLst>
        </pc:spChg>
        <pc:spChg chg="add mod">
          <ac:chgData name="Jhony Gomez" userId="5f1ac8455e56f045" providerId="LiveId" clId="{E84C667A-187F-4064-B7B0-4E60D3583703}" dt="2026-10-03T15:01:02.547" v="1652" actId="1076"/>
          <ac:spMkLst>
            <pc:docMk/>
            <pc:sldMk cId="959373400" sldId="281"/>
            <ac:spMk id="11" creationId="{0223867D-54FF-7A34-E495-AF3FFEC3ACE4}"/>
          </ac:spMkLst>
        </pc:spChg>
        <pc:picChg chg="add del mod">
          <ac:chgData name="Jhony Gomez" userId="5f1ac8455e56f045" providerId="LiveId" clId="{E84C667A-187F-4064-B7B0-4E60D3583703}" dt="2026-10-03T14:57:55.996" v="1623" actId="478"/>
          <ac:picMkLst>
            <pc:docMk/>
            <pc:sldMk cId="959373400" sldId="281"/>
            <ac:picMk id="3" creationId="{68B93FD0-2E36-3121-FB87-4C028A984286}"/>
          </ac:picMkLst>
        </pc:picChg>
        <pc:picChg chg="add mod">
          <ac:chgData name="Jhony Gomez" userId="5f1ac8455e56f045" providerId="LiveId" clId="{E84C667A-187F-4064-B7B0-4E60D3583703}" dt="2026-10-03T14:59:18.242" v="1635" actId="208"/>
          <ac:picMkLst>
            <pc:docMk/>
            <pc:sldMk cId="959373400" sldId="281"/>
            <ac:picMk id="4" creationId="{48FA6148-DC35-1E6D-530D-C85540741A1B}"/>
          </ac:picMkLst>
        </pc:picChg>
        <pc:picChg chg="del mod">
          <ac:chgData name="Jhony Gomez" userId="5f1ac8455e56f045" providerId="LiveId" clId="{E84C667A-187F-4064-B7B0-4E60D3583703}" dt="2026-10-03T05:29:50.925" v="1016" actId="478"/>
          <ac:picMkLst>
            <pc:docMk/>
            <pc:sldMk cId="959373400" sldId="281"/>
            <ac:picMk id="4" creationId="{974C8B9A-7964-0804-7EA6-47BBAF36CE4F}"/>
          </ac:picMkLst>
        </pc:picChg>
        <pc:picChg chg="add del mod">
          <ac:chgData name="Jhony Gomez" userId="5f1ac8455e56f045" providerId="LiveId" clId="{E84C667A-187F-4064-B7B0-4E60D3583703}" dt="2026-10-03T14:57:57.797" v="1624" actId="478"/>
          <ac:picMkLst>
            <pc:docMk/>
            <pc:sldMk cId="959373400" sldId="281"/>
            <ac:picMk id="7" creationId="{C01D01FC-858E-5AE9-6E53-63BB7CEA19FB}"/>
          </ac:picMkLst>
        </pc:picChg>
        <pc:picChg chg="add mod">
          <ac:chgData name="Jhony Gomez" userId="5f1ac8455e56f045" providerId="LiveId" clId="{E84C667A-187F-4064-B7B0-4E60D3583703}" dt="2026-10-03T14:59:38.604" v="1639" actId="1076"/>
          <ac:picMkLst>
            <pc:docMk/>
            <pc:sldMk cId="959373400" sldId="281"/>
            <ac:picMk id="8" creationId="{11F790D8-9C65-0146-9787-09DBCA8C6931}"/>
          </ac:picMkLst>
        </pc:picChg>
        <pc:picChg chg="del mod">
          <ac:chgData name="Jhony Gomez" userId="5f1ac8455e56f045" providerId="LiveId" clId="{E84C667A-187F-4064-B7B0-4E60D3583703}" dt="2026-10-03T05:29:44.874" v="1014" actId="478"/>
          <ac:picMkLst>
            <pc:docMk/>
            <pc:sldMk cId="959373400" sldId="281"/>
            <ac:picMk id="8" creationId="{8E7F5A8D-139D-BCDF-EE09-46F8E75072D9}"/>
          </ac:picMkLst>
        </pc:pic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238367264" sldId="281"/>
        </pc:sldMkLst>
        <pc:spChg chg="mod">
          <ac:chgData name="Jhony Gomez" userId="5f1ac8455e56f045" providerId="LiveId" clId="{E84C667A-187F-4064-B7B0-4E60D3583703}" dt="2026-10-02T19:46:49.536" v="657"/>
          <ac:spMkLst>
            <pc:docMk/>
            <pc:sldMk cId="1238367264" sldId="281"/>
            <ac:spMk id="3" creationId="{CDEA7394-43BA-F159-EB4B-E2F95BCEAE22}"/>
          </ac:spMkLst>
        </pc:spChg>
        <pc:spChg chg="mod">
          <ac:chgData name="Jhony Gomez" userId="5f1ac8455e56f045" providerId="LiveId" clId="{E84C667A-187F-4064-B7B0-4E60D3583703}" dt="2026-10-02T19:46:59.260" v="658"/>
          <ac:spMkLst>
            <pc:docMk/>
            <pc:sldMk cId="1238367264" sldId="281"/>
            <ac:spMk id="7" creationId="{7ABCD1DD-11E4-E448-190A-CBF63423C1FC}"/>
          </ac:spMkLst>
        </pc:spChg>
        <pc:picChg chg="mod">
          <ac:chgData name="Jhony Gomez" userId="5f1ac8455e56f045" providerId="LiveId" clId="{E84C667A-187F-4064-B7B0-4E60D3583703}" dt="2026-10-02T19:53:32.341" v="662" actId="14826"/>
          <ac:picMkLst>
            <pc:docMk/>
            <pc:sldMk cId="1238367264" sldId="281"/>
            <ac:picMk id="4" creationId="{7F137D41-6368-951F-0D39-EEC812DE4E05}"/>
          </ac:picMkLst>
        </pc:picChg>
        <pc:picChg chg="mod">
          <ac:chgData name="Jhony Gomez" userId="5f1ac8455e56f045" providerId="LiveId" clId="{E84C667A-187F-4064-B7B0-4E60D3583703}" dt="2026-10-02T19:52:32.645" v="661" actId="14826"/>
          <ac:picMkLst>
            <pc:docMk/>
            <pc:sldMk cId="1238367264" sldId="281"/>
            <ac:picMk id="5" creationId="{8B817979-FADF-C2E2-3201-53E42592CDA2}"/>
          </ac:picMkLst>
        </pc:picChg>
      </pc:sldChg>
      <pc:sldChg chg="add del">
        <pc:chgData name="Jhony Gomez" userId="5f1ac8455e56f045" providerId="LiveId" clId="{E84C667A-187F-4064-B7B0-4E60D3583703}" dt="2026-10-02T21:02:15.702" v="768" actId="47"/>
        <pc:sldMkLst>
          <pc:docMk/>
          <pc:sldMk cId="179959219" sldId="282"/>
        </pc:sldMkLst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629451263" sldId="282"/>
        </pc:sldMkLst>
        <pc:spChg chg="mod">
          <ac:chgData name="Jhony Gomez" userId="5f1ac8455e56f045" providerId="LiveId" clId="{E84C667A-187F-4064-B7B0-4E60D3583703}" dt="2026-10-02T20:15:05.658" v="684" actId="20577"/>
          <ac:spMkLst>
            <pc:docMk/>
            <pc:sldMk cId="1629451263" sldId="282"/>
            <ac:spMk id="7" creationId="{9BB76030-D906-F57F-7F38-1821917A585E}"/>
          </ac:spMkLst>
        </pc:spChg>
        <pc:picChg chg="mod">
          <ac:chgData name="Jhony Gomez" userId="5f1ac8455e56f045" providerId="LiveId" clId="{E84C667A-187F-4064-B7B0-4E60D3583703}" dt="2026-10-02T20:11:19.559" v="665" actId="14826"/>
          <ac:picMkLst>
            <pc:docMk/>
            <pc:sldMk cId="1629451263" sldId="282"/>
            <ac:picMk id="4" creationId="{590E901A-2218-7E5E-E627-A7A7278E716D}"/>
          </ac:picMkLst>
        </pc:picChg>
        <pc:picChg chg="mod">
          <ac:chgData name="Jhony Gomez" userId="5f1ac8455e56f045" providerId="LiveId" clId="{E84C667A-187F-4064-B7B0-4E60D3583703}" dt="2026-10-02T20:10:01.694" v="664" actId="14826"/>
          <ac:picMkLst>
            <pc:docMk/>
            <pc:sldMk cId="1629451263" sldId="282"/>
            <ac:picMk id="5" creationId="{B9A4A4FD-CC8F-DE06-324E-48B7581CDCB1}"/>
          </ac:picMkLst>
        </pc:picChg>
      </pc:sldChg>
      <pc:sldChg chg="addSp delSp modSp add mod ord">
        <pc:chgData name="Jhony Gomez" userId="5f1ac8455e56f045" providerId="LiveId" clId="{E84C667A-187F-4064-B7B0-4E60D3583703}" dt="2026-10-03T16:23:38.655" v="1748" actId="478"/>
        <pc:sldMkLst>
          <pc:docMk/>
          <pc:sldMk cId="1856416694" sldId="282"/>
        </pc:sldMkLst>
        <pc:spChg chg="add mod">
          <ac:chgData name="Jhony Gomez" userId="5f1ac8455e56f045" providerId="LiveId" clId="{E84C667A-187F-4064-B7B0-4E60D3583703}" dt="2026-10-03T16:14:16.572" v="1724" actId="1076"/>
          <ac:spMkLst>
            <pc:docMk/>
            <pc:sldMk cId="1856416694" sldId="282"/>
            <ac:spMk id="3" creationId="{794D3AAF-7C0F-81EA-EB86-D8FD3ED9EBE2}"/>
          </ac:spMkLst>
        </pc:spChg>
        <pc:spChg chg="del mod">
          <ac:chgData name="Jhony Gomez" userId="5f1ac8455e56f045" providerId="LiveId" clId="{E84C667A-187F-4064-B7B0-4E60D3583703}" dt="2026-10-02T21:23:03.184" v="813" actId="478"/>
          <ac:spMkLst>
            <pc:docMk/>
            <pc:sldMk cId="1856416694" sldId="282"/>
            <ac:spMk id="5" creationId="{C73D641A-7B35-FE89-166E-87EA7D4BC5C9}"/>
          </ac:spMkLst>
        </pc:spChg>
        <pc:spChg chg="add del">
          <ac:chgData name="Jhony Gomez" userId="5f1ac8455e56f045" providerId="LiveId" clId="{E84C667A-187F-4064-B7B0-4E60D3583703}" dt="2026-10-03T16:14:04.019" v="1722" actId="22"/>
          <ac:spMkLst>
            <pc:docMk/>
            <pc:sldMk cId="1856416694" sldId="282"/>
            <ac:spMk id="6" creationId="{4E34718F-9468-259B-E073-2C53813A4969}"/>
          </ac:spMkLst>
        </pc:spChg>
        <pc:spChg chg="add del mod">
          <ac:chgData name="Jhony Gomez" userId="5f1ac8455e56f045" providerId="LiveId" clId="{E84C667A-187F-4064-B7B0-4E60D3583703}" dt="2026-10-02T21:53:57.301" v="921" actId="478"/>
          <ac:spMkLst>
            <pc:docMk/>
            <pc:sldMk cId="1856416694" sldId="282"/>
            <ac:spMk id="7" creationId="{48935E41-2E5E-D033-EF8A-A4D08D00DD7A}"/>
          </ac:spMkLst>
        </pc:spChg>
        <pc:spChg chg="mod">
          <ac:chgData name="Jhony Gomez" userId="5f1ac8455e56f045" providerId="LiveId" clId="{E84C667A-187F-4064-B7B0-4E60D3583703}" dt="2026-10-03T16:13:46.281" v="1718" actId="14100"/>
          <ac:spMkLst>
            <pc:docMk/>
            <pc:sldMk cId="1856416694" sldId="282"/>
            <ac:spMk id="9" creationId="{2CA6B2E6-64F5-1B7A-D12F-25F2A19F993F}"/>
          </ac:spMkLst>
        </pc:spChg>
        <pc:spChg chg="add del mod">
          <ac:chgData name="Jhony Gomez" userId="5f1ac8455e56f045" providerId="LiveId" clId="{E84C667A-187F-4064-B7B0-4E60D3583703}" dt="2026-10-03T16:23:38.655" v="1748" actId="478"/>
          <ac:spMkLst>
            <pc:docMk/>
            <pc:sldMk cId="1856416694" sldId="282"/>
            <ac:spMk id="11" creationId="{98FCDC6A-808B-2DD8-F3C8-45B2EEE1DA8D}"/>
          </ac:spMkLst>
        </pc:spChg>
        <pc:picChg chg="add del mod">
          <ac:chgData name="Jhony Gomez" userId="5f1ac8455e56f045" providerId="LiveId" clId="{E84C667A-187F-4064-B7B0-4E60D3583703}" dt="2026-10-03T06:10:39.845" v="1155" actId="478"/>
          <ac:picMkLst>
            <pc:docMk/>
            <pc:sldMk cId="1856416694" sldId="282"/>
            <ac:picMk id="3" creationId="{EB3EF2BA-7219-29CD-79F0-3716BB313656}"/>
          </ac:picMkLst>
        </pc:picChg>
        <pc:picChg chg="del mod">
          <ac:chgData name="Jhony Gomez" userId="5f1ac8455e56f045" providerId="LiveId" clId="{E84C667A-187F-4064-B7B0-4E60D3583703}" dt="2026-10-03T06:10:41.568" v="1156" actId="478"/>
          <ac:picMkLst>
            <pc:docMk/>
            <pc:sldMk cId="1856416694" sldId="282"/>
            <ac:picMk id="4" creationId="{CD177C5F-D84A-DDDA-1F5C-B089BBC34477}"/>
          </ac:picMkLst>
        </pc:picChg>
        <pc:picChg chg="add mod">
          <ac:chgData name="Jhony Gomez" userId="5f1ac8455e56f045" providerId="LiveId" clId="{E84C667A-187F-4064-B7B0-4E60D3583703}" dt="2026-10-03T16:12:43.845" v="1700" actId="14100"/>
          <ac:picMkLst>
            <pc:docMk/>
            <pc:sldMk cId="1856416694" sldId="282"/>
            <ac:picMk id="5" creationId="{B439D6C9-F414-10F9-0CB2-A1A0DAF640F3}"/>
          </ac:picMkLst>
        </pc:picChg>
        <pc:picChg chg="del mod">
          <ac:chgData name="Jhony Gomez" userId="5f1ac8455e56f045" providerId="LiveId" clId="{E84C667A-187F-4064-B7B0-4E60D3583703}" dt="2026-10-02T21:22:22.466" v="806" actId="478"/>
          <ac:picMkLst>
            <pc:docMk/>
            <pc:sldMk cId="1856416694" sldId="282"/>
            <ac:picMk id="8" creationId="{9319175E-4FF1-5E66-5065-6FD85DC0BBBA}"/>
          </ac:picMkLst>
        </pc:picChg>
      </pc:sldChg>
      <pc:sldChg chg="delSp modSp add del mod">
        <pc:chgData name="Jhony Gomez" userId="5f1ac8455e56f045" providerId="LiveId" clId="{E84C667A-187F-4064-B7B0-4E60D3583703}" dt="2026-10-02T21:31:09.181" v="834" actId="47"/>
        <pc:sldMkLst>
          <pc:docMk/>
          <pc:sldMk cId="933125987" sldId="283"/>
        </pc:sldMkLst>
        <pc:spChg chg="del">
          <ac:chgData name="Jhony Gomez" userId="5f1ac8455e56f045" providerId="LiveId" clId="{E84C667A-187F-4064-B7B0-4E60D3583703}" dt="2026-10-02T21:29:59.556" v="826" actId="478"/>
          <ac:spMkLst>
            <pc:docMk/>
            <pc:sldMk cId="933125987" sldId="283"/>
            <ac:spMk id="5" creationId="{DF18201D-48A1-7D60-9146-D6A0023C4D86}"/>
          </ac:spMkLst>
        </pc:spChg>
        <pc:spChg chg="mod">
          <ac:chgData name="Jhony Gomez" userId="5f1ac8455e56f045" providerId="LiveId" clId="{E84C667A-187F-4064-B7B0-4E60D3583703}" dt="2026-10-02T21:30:52.376" v="831" actId="14100"/>
          <ac:spMkLst>
            <pc:docMk/>
            <pc:sldMk cId="933125987" sldId="283"/>
            <ac:spMk id="9" creationId="{33F152E9-FCBD-D39B-C809-879B0A08474C}"/>
          </ac:spMkLst>
        </pc:sp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243272698" sldId="283"/>
        </pc:sldMkLst>
        <pc:spChg chg="mod">
          <ac:chgData name="Jhony Gomez" userId="5f1ac8455e56f045" providerId="LiveId" clId="{E84C667A-187F-4064-B7B0-4E60D3583703}" dt="2026-10-02T20:15:18.236" v="691" actId="20577"/>
          <ac:spMkLst>
            <pc:docMk/>
            <pc:sldMk cId="1243272698" sldId="283"/>
            <ac:spMk id="7" creationId="{08FCC4DC-9C80-46CE-098A-794D296FD18E}"/>
          </ac:spMkLst>
        </pc:spChg>
        <pc:picChg chg="mod">
          <ac:chgData name="Jhony Gomez" userId="5f1ac8455e56f045" providerId="LiveId" clId="{E84C667A-187F-4064-B7B0-4E60D3583703}" dt="2026-10-02T20:18:58.799" v="693" actId="14826"/>
          <ac:picMkLst>
            <pc:docMk/>
            <pc:sldMk cId="1243272698" sldId="283"/>
            <ac:picMk id="4" creationId="{46B38A03-C465-89CA-433B-253756E5ADC6}"/>
          </ac:picMkLst>
        </pc:picChg>
        <pc:picChg chg="mod">
          <ac:chgData name="Jhony Gomez" userId="5f1ac8455e56f045" providerId="LiveId" clId="{E84C667A-187F-4064-B7B0-4E60D3583703}" dt="2026-10-02T20:17:39.413" v="692" actId="14826"/>
          <ac:picMkLst>
            <pc:docMk/>
            <pc:sldMk cId="1243272698" sldId="283"/>
            <ac:picMk id="5" creationId="{EA4CE71A-412A-A845-2347-DD305FA1D023}"/>
          </ac:picMkLst>
        </pc:picChg>
      </pc:sldChg>
      <pc:sldChg chg="addSp delSp modSp add mod">
        <pc:chgData name="Jhony Gomez" userId="5f1ac8455e56f045" providerId="LiveId" clId="{E84C667A-187F-4064-B7B0-4E60D3583703}" dt="2026-10-03T16:09:26.929" v="1697"/>
        <pc:sldMkLst>
          <pc:docMk/>
          <pc:sldMk cId="3694816150" sldId="283"/>
        </pc:sldMkLst>
        <pc:spChg chg="add mod">
          <ac:chgData name="Jhony Gomez" userId="5f1ac8455e56f045" providerId="LiveId" clId="{E84C667A-187F-4064-B7B0-4E60D3583703}" dt="2026-10-03T16:09:17.963" v="1696" actId="1076"/>
          <ac:spMkLst>
            <pc:docMk/>
            <pc:sldMk cId="3694816150" sldId="283"/>
            <ac:spMk id="3" creationId="{962118BA-0645-EE74-A7EF-C7EF5C4D9362}"/>
          </ac:spMkLst>
        </pc:spChg>
        <pc:spChg chg="mod">
          <ac:chgData name="Jhony Gomez" userId="5f1ac8455e56f045" providerId="LiveId" clId="{E84C667A-187F-4064-B7B0-4E60D3583703}" dt="2026-10-03T16:08:54.677" v="1692"/>
          <ac:spMkLst>
            <pc:docMk/>
            <pc:sldMk cId="3694816150" sldId="283"/>
            <ac:spMk id="7" creationId="{C1B75107-C201-2D6B-1ED5-A0363D0047FD}"/>
          </ac:spMkLst>
        </pc:spChg>
        <pc:spChg chg="mod">
          <ac:chgData name="Jhony Gomez" userId="5f1ac8455e56f045" providerId="LiveId" clId="{E84C667A-187F-4064-B7B0-4E60D3583703}" dt="2026-10-03T16:09:26.929" v="1697"/>
          <ac:spMkLst>
            <pc:docMk/>
            <pc:sldMk cId="3694816150" sldId="283"/>
            <ac:spMk id="9" creationId="{488452C3-331A-CC4A-718C-1CD4F5964723}"/>
          </ac:spMkLst>
        </pc:spChg>
        <pc:picChg chg="del mod">
          <ac:chgData name="Jhony Gomez" userId="5f1ac8455e56f045" providerId="LiveId" clId="{E84C667A-187F-4064-B7B0-4E60D3583703}" dt="2026-10-03T05:40:58.318" v="1052" actId="478"/>
          <ac:picMkLst>
            <pc:docMk/>
            <pc:sldMk cId="3694816150" sldId="283"/>
            <ac:picMk id="3" creationId="{CF93DF1F-4611-A738-5F3C-B0AFB7E15F8B}"/>
          </ac:picMkLst>
        </pc:picChg>
        <pc:picChg chg="del mod">
          <ac:chgData name="Jhony Gomez" userId="5f1ac8455e56f045" providerId="LiveId" clId="{E84C667A-187F-4064-B7B0-4E60D3583703}" dt="2026-10-03T05:40:56.737" v="1051" actId="478"/>
          <ac:picMkLst>
            <pc:docMk/>
            <pc:sldMk cId="3694816150" sldId="283"/>
            <ac:picMk id="4" creationId="{E6EE3D0C-580E-A869-7E57-8F5B85DA21D9}"/>
          </ac:picMkLst>
        </pc:picChg>
        <pc:picChg chg="add mod">
          <ac:chgData name="Jhony Gomez" userId="5f1ac8455e56f045" providerId="LiveId" clId="{E84C667A-187F-4064-B7B0-4E60D3583703}" dt="2026-10-03T16:05:57.242" v="1676" actId="14100"/>
          <ac:picMkLst>
            <pc:docMk/>
            <pc:sldMk cId="3694816150" sldId="283"/>
            <ac:picMk id="5" creationId="{D6C9207B-2356-4F5C-71FC-FD7D268E0AC0}"/>
          </ac:picMkLst>
        </pc:picChg>
        <pc:picChg chg="add mod">
          <ac:chgData name="Jhony Gomez" userId="5f1ac8455e56f045" providerId="LiveId" clId="{E84C667A-187F-4064-B7B0-4E60D3583703}" dt="2026-10-03T16:06:35.629" v="1677" actId="14826"/>
          <ac:picMkLst>
            <pc:docMk/>
            <pc:sldMk cId="3694816150" sldId="283"/>
            <ac:picMk id="8" creationId="{1E533D6E-D183-0321-5CC6-B0D8FAEC6B9E}"/>
          </ac:picMkLst>
        </pc:picChg>
      </pc:sldChg>
      <pc:sldChg chg="modSp add del mod">
        <pc:chgData name="Jhony Gomez" userId="5f1ac8455e56f045" providerId="LiveId" clId="{E84C667A-187F-4064-B7B0-4E60D3583703}" dt="2026-10-02T20:45:28.098" v="732" actId="47"/>
        <pc:sldMkLst>
          <pc:docMk/>
          <pc:sldMk cId="1566163351" sldId="284"/>
        </pc:sldMkLst>
        <pc:spChg chg="mod">
          <ac:chgData name="Jhony Gomez" userId="5f1ac8455e56f045" providerId="LiveId" clId="{E84C667A-187F-4064-B7B0-4E60D3583703}" dt="2026-10-02T20:20:00.745" v="696" actId="20577"/>
          <ac:spMkLst>
            <pc:docMk/>
            <pc:sldMk cId="1566163351" sldId="284"/>
            <ac:spMk id="7" creationId="{D7C5F24A-8443-4D94-202A-0A0DF01275EF}"/>
          </ac:spMkLst>
        </pc:spChg>
        <pc:picChg chg="mod">
          <ac:chgData name="Jhony Gomez" userId="5f1ac8455e56f045" providerId="LiveId" clId="{E84C667A-187F-4064-B7B0-4E60D3583703}" dt="2026-10-02T20:21:43.354" v="698" actId="14826"/>
          <ac:picMkLst>
            <pc:docMk/>
            <pc:sldMk cId="1566163351" sldId="284"/>
            <ac:picMk id="4" creationId="{EB99E518-F572-9A05-FDF2-52A0C5BAE981}"/>
          </ac:picMkLst>
        </pc:picChg>
        <pc:picChg chg="mod">
          <ac:chgData name="Jhony Gomez" userId="5f1ac8455e56f045" providerId="LiveId" clId="{E84C667A-187F-4064-B7B0-4E60D3583703}" dt="2026-10-02T20:20:45.977" v="697" actId="14826"/>
          <ac:picMkLst>
            <pc:docMk/>
            <pc:sldMk cId="1566163351" sldId="284"/>
            <ac:picMk id="5" creationId="{B67A0383-4DBB-12E2-E425-C856AB8827D0}"/>
          </ac:picMkLst>
        </pc:picChg>
      </pc:sldChg>
      <pc:sldChg chg="addSp delSp modSp add mod">
        <pc:chgData name="Jhony Gomez" userId="5f1ac8455e56f045" providerId="LiveId" clId="{E84C667A-187F-4064-B7B0-4E60D3583703}" dt="2026-10-03T16:08:35.684" v="1691" actId="14100"/>
        <pc:sldMkLst>
          <pc:docMk/>
          <pc:sldMk cId="2627952032" sldId="284"/>
        </pc:sldMkLst>
        <pc:spChg chg="add mod">
          <ac:chgData name="Jhony Gomez" userId="5f1ac8455e56f045" providerId="LiveId" clId="{E84C667A-187F-4064-B7B0-4E60D3583703}" dt="2026-10-03T16:08:15.933" v="1687"/>
          <ac:spMkLst>
            <pc:docMk/>
            <pc:sldMk cId="2627952032" sldId="284"/>
            <ac:spMk id="3" creationId="{F9401DFE-FA16-169A-BFDD-11AAB15D4C42}"/>
          </ac:spMkLst>
        </pc:spChg>
        <pc:spChg chg="add mod">
          <ac:chgData name="Jhony Gomez" userId="5f1ac8455e56f045" providerId="LiveId" clId="{E84C667A-187F-4064-B7B0-4E60D3583703}" dt="2026-10-03T16:04:17.092" v="1673" actId="20577"/>
          <ac:spMkLst>
            <pc:docMk/>
            <pc:sldMk cId="2627952032" sldId="284"/>
            <ac:spMk id="5" creationId="{902F4699-52E0-C20A-53A4-6110F87AC86E}"/>
          </ac:spMkLst>
        </pc:spChg>
        <pc:spChg chg="mod">
          <ac:chgData name="Jhony Gomez" userId="5f1ac8455e56f045" providerId="LiveId" clId="{E84C667A-187F-4064-B7B0-4E60D3583703}" dt="2026-10-03T16:07:03.990" v="1678"/>
          <ac:spMkLst>
            <pc:docMk/>
            <pc:sldMk cId="2627952032" sldId="284"/>
            <ac:spMk id="7" creationId="{5E222D2D-5C93-C613-1682-C2AB3705CA2B}"/>
          </ac:spMkLst>
        </pc:spChg>
        <pc:spChg chg="add mod">
          <ac:chgData name="Jhony Gomez" userId="5f1ac8455e56f045" providerId="LiveId" clId="{E84C667A-187F-4064-B7B0-4E60D3583703}" dt="2026-10-03T16:08:35.684" v="1691" actId="14100"/>
          <ac:spMkLst>
            <pc:docMk/>
            <pc:sldMk cId="2627952032" sldId="284"/>
            <ac:spMk id="8" creationId="{79F32A71-5C96-6030-BE1A-C2786AD22179}"/>
          </ac:spMkLst>
        </pc:spChg>
        <pc:spChg chg="del mod">
          <ac:chgData name="Jhony Gomez" userId="5f1ac8455e56f045" providerId="LiveId" clId="{E84C667A-187F-4064-B7B0-4E60D3583703}" dt="2026-10-03T05:39:44.086" v="1042" actId="478"/>
          <ac:spMkLst>
            <pc:docMk/>
            <pc:sldMk cId="2627952032" sldId="284"/>
            <ac:spMk id="9" creationId="{CBE8828A-CB94-9A8B-39F1-02457FA3A1D4}"/>
          </ac:spMkLst>
        </pc:spChg>
        <pc:picChg chg="del">
          <ac:chgData name="Jhony Gomez" userId="5f1ac8455e56f045" providerId="LiveId" clId="{E84C667A-187F-4064-B7B0-4E60D3583703}" dt="2026-10-03T05:39:39.953" v="1040" actId="478"/>
          <ac:picMkLst>
            <pc:docMk/>
            <pc:sldMk cId="2627952032" sldId="284"/>
            <ac:picMk id="3" creationId="{8FB3070B-7C8D-D6CA-88A9-80EF24B90EB4}"/>
          </ac:picMkLst>
        </pc:picChg>
        <pc:picChg chg="del">
          <ac:chgData name="Jhony Gomez" userId="5f1ac8455e56f045" providerId="LiveId" clId="{E84C667A-187F-4064-B7B0-4E60D3583703}" dt="2026-10-03T05:39:35.265" v="1039" actId="478"/>
          <ac:picMkLst>
            <pc:docMk/>
            <pc:sldMk cId="2627952032" sldId="284"/>
            <ac:picMk id="4" creationId="{65602069-301D-160F-B784-66A35211763F}"/>
          </ac:picMkLst>
        </pc:picChg>
        <pc:picChg chg="add mod">
          <ac:chgData name="Jhony Gomez" userId="5f1ac8455e56f045" providerId="LiveId" clId="{E84C667A-187F-4064-B7B0-4E60D3583703}" dt="2026-10-03T16:04:06.008" v="1656" actId="14100"/>
          <ac:picMkLst>
            <pc:docMk/>
            <pc:sldMk cId="2627952032" sldId="284"/>
            <ac:picMk id="6" creationId="{E3514E2A-852C-731F-AFCF-EB49DADAAA28}"/>
          </ac:picMkLst>
        </pc:picChg>
      </pc:sldChg>
      <pc:sldChg chg="addSp delSp modSp add mod">
        <pc:chgData name="Jhony Gomez" userId="5f1ac8455e56f045" providerId="LiveId" clId="{E84C667A-187F-4064-B7B0-4E60D3583703}" dt="2026-10-03T16:17:12.829" v="1747"/>
        <pc:sldMkLst>
          <pc:docMk/>
          <pc:sldMk cId="708655052" sldId="285"/>
        </pc:sldMkLst>
        <pc:spChg chg="mod">
          <ac:chgData name="Jhony Gomez" userId="5f1ac8455e56f045" providerId="LiveId" clId="{E84C667A-187F-4064-B7B0-4E60D3583703}" dt="2026-10-03T16:16:58.050" v="1745" actId="1076"/>
          <ac:spMkLst>
            <pc:docMk/>
            <pc:sldMk cId="708655052" sldId="285"/>
            <ac:spMk id="7" creationId="{63305B79-A539-2492-6BE9-5E9B4BDA58F7}"/>
          </ac:spMkLst>
        </pc:spChg>
        <pc:spChg chg="mod">
          <ac:chgData name="Jhony Gomez" userId="5f1ac8455e56f045" providerId="LiveId" clId="{E84C667A-187F-4064-B7B0-4E60D3583703}" dt="2026-10-03T16:16:53.520" v="1744" actId="1076"/>
          <ac:spMkLst>
            <pc:docMk/>
            <pc:sldMk cId="708655052" sldId="285"/>
            <ac:spMk id="9" creationId="{8A4954EE-9FDF-CC15-D7A9-19124C9AD5E5}"/>
          </ac:spMkLst>
        </pc:spChg>
        <pc:spChg chg="del">
          <ac:chgData name="Jhony Gomez" userId="5f1ac8455e56f045" providerId="LiveId" clId="{E84C667A-187F-4064-B7B0-4E60D3583703}" dt="2026-10-03T06:12:11.534" v="1169" actId="478"/>
          <ac:spMkLst>
            <pc:docMk/>
            <pc:sldMk cId="708655052" sldId="285"/>
            <ac:spMk id="11" creationId="{963857B6-BC52-D531-6D28-91F24DE70FB5}"/>
          </ac:spMkLst>
        </pc:spChg>
        <pc:spChg chg="add mod">
          <ac:chgData name="Jhony Gomez" userId="5f1ac8455e56f045" providerId="LiveId" clId="{E84C667A-187F-4064-B7B0-4E60D3583703}" dt="2026-10-03T16:17:12.829" v="1747"/>
          <ac:spMkLst>
            <pc:docMk/>
            <pc:sldMk cId="708655052" sldId="285"/>
            <ac:spMk id="11" creationId="{ADEA3A75-B2B0-E169-29F9-41E085EEB8B2}"/>
          </ac:spMkLst>
        </pc:spChg>
        <pc:picChg chg="add mod">
          <ac:chgData name="Jhony Gomez" userId="5f1ac8455e56f045" providerId="LiveId" clId="{E84C667A-187F-4064-B7B0-4E60D3583703}" dt="2026-10-03T16:16:50.535" v="1743" actId="1076"/>
          <ac:picMkLst>
            <pc:docMk/>
            <pc:sldMk cId="708655052" sldId="285"/>
            <ac:picMk id="3" creationId="{365FEB73-8475-7F16-1557-4164E77D2931}"/>
          </ac:picMkLst>
        </pc:picChg>
        <pc:picChg chg="del mod">
          <ac:chgData name="Jhony Gomez" userId="5f1ac8455e56f045" providerId="LiveId" clId="{E84C667A-187F-4064-B7B0-4E60D3583703}" dt="2026-10-03T06:12:28.097" v="1171" actId="478"/>
          <ac:picMkLst>
            <pc:docMk/>
            <pc:sldMk cId="708655052" sldId="285"/>
            <ac:picMk id="3" creationId="{D37EC544-A26A-81BA-4741-10FA269AC5AD}"/>
          </ac:picMkLst>
        </pc:picChg>
        <pc:picChg chg="del mod">
          <ac:chgData name="Jhony Gomez" userId="5f1ac8455e56f045" providerId="LiveId" clId="{E84C667A-187F-4064-B7B0-4E60D3583703}" dt="2026-10-03T06:12:26.679" v="1170" actId="478"/>
          <ac:picMkLst>
            <pc:docMk/>
            <pc:sldMk cId="708655052" sldId="285"/>
            <ac:picMk id="4" creationId="{CDF0EB18-2DE6-B866-7C82-3488B1DAC6EC}"/>
          </ac:picMkLst>
        </pc:picChg>
        <pc:picChg chg="add del mod modCrop">
          <ac:chgData name="Jhony Gomez" userId="5f1ac8455e56f045" providerId="LiveId" clId="{E84C667A-187F-4064-B7B0-4E60D3583703}" dt="2026-10-03T16:15:08.005" v="1725" actId="478"/>
          <ac:picMkLst>
            <pc:docMk/>
            <pc:sldMk cId="708655052" sldId="285"/>
            <ac:picMk id="5" creationId="{7E16B468-506C-3F66-4421-FB9586B8152D}"/>
          </ac:picMkLst>
        </pc:picChg>
        <pc:picChg chg="add mod">
          <ac:chgData name="Jhony Gomez" userId="5f1ac8455e56f045" providerId="LiveId" clId="{E84C667A-187F-4064-B7B0-4E60D3583703}" dt="2026-10-03T16:16:49.039" v="1742" actId="1076"/>
          <ac:picMkLst>
            <pc:docMk/>
            <pc:sldMk cId="708655052" sldId="285"/>
            <ac:picMk id="6" creationId="{55142121-9976-C451-7836-7349220E0129}"/>
          </ac:picMkLst>
        </pc:picChg>
        <pc:picChg chg="add del mod">
          <ac:chgData name="Jhony Gomez" userId="5f1ac8455e56f045" providerId="LiveId" clId="{E84C667A-187F-4064-B7B0-4E60D3583703}" dt="2026-10-03T16:15:34.635" v="1730" actId="478"/>
          <ac:picMkLst>
            <pc:docMk/>
            <pc:sldMk cId="708655052" sldId="285"/>
            <ac:picMk id="8" creationId="{E81A96A5-A89E-77BD-7E2D-B858BA13A0D8}"/>
          </ac:picMkLst>
        </pc:picChg>
      </pc:sldChg>
      <pc:sldChg chg="add del">
        <pc:chgData name="Jhony Gomez" userId="5f1ac8455e56f045" providerId="LiveId" clId="{E84C667A-187F-4064-B7B0-4E60D3583703}" dt="2026-10-02T21:39:51.289" v="855"/>
        <pc:sldMkLst>
          <pc:docMk/>
          <pc:sldMk cId="2185243862" sldId="285"/>
        </pc:sldMkLst>
      </pc:sldChg>
      <pc:sldChg chg="add del">
        <pc:chgData name="Jhony Gomez" userId="5f1ac8455e56f045" providerId="LiveId" clId="{E84C667A-187F-4064-B7B0-4E60D3583703}" dt="2026-10-02T21:39:41.628" v="853"/>
        <pc:sldMkLst>
          <pc:docMk/>
          <pc:sldMk cId="3370042190" sldId="285"/>
        </pc:sldMkLst>
      </pc:sldChg>
      <pc:sldChg chg="addSp modSp add mod">
        <pc:chgData name="Jhony Gomez" userId="5f1ac8455e56f045" providerId="LiveId" clId="{E84C667A-187F-4064-B7B0-4E60D3583703}" dt="2026-10-03T16:27:23.164" v="1799"/>
        <pc:sldMkLst>
          <pc:docMk/>
          <pc:sldMk cId="3803033943" sldId="286"/>
        </pc:sldMkLst>
        <pc:spChg chg="add mod">
          <ac:chgData name="Jhony Gomez" userId="5f1ac8455e56f045" providerId="LiveId" clId="{E84C667A-187F-4064-B7B0-4E60D3583703}" dt="2026-10-03T16:27:07.544" v="1797"/>
          <ac:spMkLst>
            <pc:docMk/>
            <pc:sldMk cId="3803033943" sldId="286"/>
            <ac:spMk id="3" creationId="{F4BECFDA-73B4-6B35-96BE-41008D0970DD}"/>
          </ac:spMkLst>
        </pc:spChg>
        <pc:spChg chg="add mod">
          <ac:chgData name="Jhony Gomez" userId="5f1ac8455e56f045" providerId="LiveId" clId="{E84C667A-187F-4064-B7B0-4E60D3583703}" dt="2026-10-03T16:27:23.164" v="1799"/>
          <ac:spMkLst>
            <pc:docMk/>
            <pc:sldMk cId="3803033943" sldId="286"/>
            <ac:spMk id="6" creationId="{B7FD49D7-19D8-FDBC-5199-536109976785}"/>
          </ac:spMkLst>
        </pc:spChg>
        <pc:spChg chg="mod">
          <ac:chgData name="Jhony Gomez" userId="5f1ac8455e56f045" providerId="LiveId" clId="{E84C667A-187F-4064-B7B0-4E60D3583703}" dt="2026-10-03T16:26:47.484" v="1795" actId="14100"/>
          <ac:spMkLst>
            <pc:docMk/>
            <pc:sldMk cId="3803033943" sldId="286"/>
            <ac:spMk id="9" creationId="{DD777743-80A2-1DDF-EB9C-FAD0A8352DE3}"/>
          </ac:spMkLst>
        </pc:spChg>
        <pc:spChg chg="mod">
          <ac:chgData name="Jhony Gomez" userId="5f1ac8455e56f045" providerId="LiveId" clId="{E84C667A-187F-4064-B7B0-4E60D3583703}" dt="2026-10-03T16:24:19.485" v="1782" actId="20577"/>
          <ac:spMkLst>
            <pc:docMk/>
            <pc:sldMk cId="3803033943" sldId="286"/>
            <ac:spMk id="11" creationId="{47CFCA38-6F52-4F78-D358-6AF67CC2EE1C}"/>
          </ac:spMkLst>
        </pc:spChg>
        <pc:picChg chg="mod">
          <ac:chgData name="Jhony Gomez" userId="5f1ac8455e56f045" providerId="LiveId" clId="{E84C667A-187F-4064-B7B0-4E60D3583703}" dt="2026-10-03T16:25:59.366" v="1786" actId="14100"/>
          <ac:picMkLst>
            <pc:docMk/>
            <pc:sldMk cId="3803033943" sldId="286"/>
            <ac:picMk id="5" creationId="{D379F929-971E-BD9B-1276-68119AEE504A}"/>
          </ac:picMkLst>
        </pc:picChg>
      </pc:sldChg>
      <pc:sldChg chg="addSp delSp modSp add mod">
        <pc:chgData name="Jhony Gomez" userId="5f1ac8455e56f045" providerId="LiveId" clId="{E84C667A-187F-4064-B7B0-4E60D3583703}" dt="2026-10-03T16:30:58.891" v="1817" actId="1076"/>
        <pc:sldMkLst>
          <pc:docMk/>
          <pc:sldMk cId="134445518" sldId="287"/>
        </pc:sldMkLst>
        <pc:spChg chg="add mod">
          <ac:chgData name="Jhony Gomez" userId="5f1ac8455e56f045" providerId="LiveId" clId="{E84C667A-187F-4064-B7B0-4E60D3583703}" dt="2026-10-03T16:28:49.667" v="1807"/>
          <ac:spMkLst>
            <pc:docMk/>
            <pc:sldMk cId="134445518" sldId="287"/>
            <ac:spMk id="3" creationId="{3BDBAC04-71C8-2DDE-5DA6-D194C6CE2883}"/>
          </ac:spMkLst>
        </pc:spChg>
        <pc:spChg chg="mod">
          <ac:chgData name="Jhony Gomez" userId="5f1ac8455e56f045" providerId="LiveId" clId="{E84C667A-187F-4064-B7B0-4E60D3583703}" dt="2026-10-03T16:28:23.204" v="1803" actId="1076"/>
          <ac:spMkLst>
            <pc:docMk/>
            <pc:sldMk cId="134445518" sldId="287"/>
            <ac:spMk id="7" creationId="{CDBDD347-00B9-A98A-656B-61695CE86C64}"/>
          </ac:spMkLst>
        </pc:spChg>
        <pc:spChg chg="mod">
          <ac:chgData name="Jhony Gomez" userId="5f1ac8455e56f045" providerId="LiveId" clId="{E84C667A-187F-4064-B7B0-4E60D3583703}" dt="2026-10-03T16:28:16.680" v="1802" actId="1076"/>
          <ac:spMkLst>
            <pc:docMk/>
            <pc:sldMk cId="134445518" sldId="287"/>
            <ac:spMk id="9" creationId="{DB50BEC0-D750-79E8-BE92-48FD1F65EE9F}"/>
          </ac:spMkLst>
        </pc:spChg>
        <pc:picChg chg="del mod">
          <ac:chgData name="Jhony Gomez" userId="5f1ac8455e56f045" providerId="LiveId" clId="{E84C667A-187F-4064-B7B0-4E60D3583703}" dt="2026-10-03T16:30:28.246" v="1808" actId="478"/>
          <ac:picMkLst>
            <pc:docMk/>
            <pc:sldMk cId="134445518" sldId="287"/>
            <ac:picMk id="5" creationId="{F5BA9D4B-6B08-78C5-35ED-AAEF306F7B38}"/>
          </ac:picMkLst>
        </pc:picChg>
        <pc:picChg chg="add mod">
          <ac:chgData name="Jhony Gomez" userId="5f1ac8455e56f045" providerId="LiveId" clId="{E84C667A-187F-4064-B7B0-4E60D3583703}" dt="2026-10-03T16:30:36.849" v="1812" actId="1076"/>
          <ac:picMkLst>
            <pc:docMk/>
            <pc:sldMk cId="134445518" sldId="287"/>
            <ac:picMk id="6" creationId="{C4215322-4C2F-0BFB-421A-4A9FB4D71E8B}"/>
          </ac:picMkLst>
        </pc:picChg>
        <pc:picChg chg="del mod">
          <ac:chgData name="Jhony Gomez" userId="5f1ac8455e56f045" providerId="LiveId" clId="{E84C667A-187F-4064-B7B0-4E60D3583703}" dt="2026-10-03T16:30:49.885" v="1814" actId="478"/>
          <ac:picMkLst>
            <pc:docMk/>
            <pc:sldMk cId="134445518" sldId="287"/>
            <ac:picMk id="8" creationId="{E910DE2A-04D6-A021-302B-6CAE2F428E55}"/>
          </ac:picMkLst>
        </pc:picChg>
        <pc:picChg chg="add mod">
          <ac:chgData name="Jhony Gomez" userId="5f1ac8455e56f045" providerId="LiveId" clId="{E84C667A-187F-4064-B7B0-4E60D3583703}" dt="2026-10-03T16:30:58.891" v="1817" actId="1076"/>
          <ac:picMkLst>
            <pc:docMk/>
            <pc:sldMk cId="134445518" sldId="287"/>
            <ac:picMk id="11" creationId="{D8DE2760-C464-96E7-AFDE-4D91F8D8D90D}"/>
          </ac:picMkLst>
        </pc:picChg>
      </pc:sldChg>
      <pc:sldChg chg="modSp add mod ord">
        <pc:chgData name="Jhony Gomez" userId="5f1ac8455e56f045" providerId="LiveId" clId="{E84C667A-187F-4064-B7B0-4E60D3583703}" dt="2026-10-03T16:33:53.254" v="1827" actId="1076"/>
        <pc:sldMkLst>
          <pc:docMk/>
          <pc:sldMk cId="1334762242" sldId="288"/>
        </pc:sldMkLst>
        <pc:spChg chg="mod">
          <ac:chgData name="Jhony Gomez" userId="5f1ac8455e56f045" providerId="LiveId" clId="{E84C667A-187F-4064-B7B0-4E60D3583703}" dt="2026-10-03T16:33:53.254" v="1827" actId="1076"/>
          <ac:spMkLst>
            <pc:docMk/>
            <pc:sldMk cId="1334762242" sldId="288"/>
            <ac:spMk id="9" creationId="{95ADFC27-915F-CD95-F8AF-E4347AE0A439}"/>
          </ac:spMkLst>
        </pc:spChg>
        <pc:spChg chg="mod">
          <ac:chgData name="Jhony Gomez" userId="5f1ac8455e56f045" providerId="LiveId" clId="{E84C667A-187F-4064-B7B0-4E60D3583703}" dt="2026-10-03T06:31:31.135" v="1296" actId="313"/>
          <ac:spMkLst>
            <pc:docMk/>
            <pc:sldMk cId="1334762242" sldId="288"/>
            <ac:spMk id="11" creationId="{DB2D7A9B-9DD5-3C17-9D83-D473F5220A53}"/>
          </ac:spMkLst>
        </pc:spChg>
        <pc:picChg chg="mod">
          <ac:chgData name="Jhony Gomez" userId="5f1ac8455e56f045" providerId="LiveId" clId="{E84C667A-187F-4064-B7B0-4E60D3583703}" dt="2026-10-03T16:32:59.491" v="1819" actId="14100"/>
          <ac:picMkLst>
            <pc:docMk/>
            <pc:sldMk cId="1334762242" sldId="288"/>
            <ac:picMk id="5" creationId="{9CD59D8A-803C-80F6-8C68-1B3747E65C03}"/>
          </ac:picMkLst>
        </pc:picChg>
      </pc:sldChg>
      <pc:sldChg chg="addSp delSp modSp add mod ord">
        <pc:chgData name="Jhony Gomez" userId="5f1ac8455e56f045" providerId="LiveId" clId="{E84C667A-187F-4064-B7B0-4E60D3583703}" dt="2026-10-03T16:35:59.911" v="1846" actId="20577"/>
        <pc:sldMkLst>
          <pc:docMk/>
          <pc:sldMk cId="3686713744" sldId="289"/>
        </pc:sldMkLst>
        <pc:spChg chg="mod">
          <ac:chgData name="Jhony Gomez" userId="5f1ac8455e56f045" providerId="LiveId" clId="{E84C667A-187F-4064-B7B0-4E60D3583703}" dt="2026-10-03T16:35:59.911" v="1846" actId="20577"/>
          <ac:spMkLst>
            <pc:docMk/>
            <pc:sldMk cId="3686713744" sldId="289"/>
            <ac:spMk id="7" creationId="{3F701953-0C8A-5F16-6473-3362596FD437}"/>
          </ac:spMkLst>
        </pc:spChg>
        <pc:spChg chg="mod">
          <ac:chgData name="Jhony Gomez" userId="5f1ac8455e56f045" providerId="LiveId" clId="{E84C667A-187F-4064-B7B0-4E60D3583703}" dt="2026-10-03T16:35:27.002" v="1844" actId="20577"/>
          <ac:spMkLst>
            <pc:docMk/>
            <pc:sldMk cId="3686713744" sldId="289"/>
            <ac:spMk id="9" creationId="{9262F3BA-F5B9-E405-A2F9-51DF16DBCCAD}"/>
          </ac:spMkLst>
        </pc:spChg>
        <pc:spChg chg="add del mod">
          <ac:chgData name="Jhony Gomez" userId="5f1ac8455e56f045" providerId="LiveId" clId="{E84C667A-187F-4064-B7B0-4E60D3583703}" dt="2026-10-03T06:32:27.888" v="1302"/>
          <ac:spMkLst>
            <pc:docMk/>
            <pc:sldMk cId="3686713744" sldId="289"/>
            <ac:spMk id="10" creationId="{3E4FFD78-251E-DE18-1509-1D5849DD6987}"/>
          </ac:spMkLst>
        </pc:spChg>
        <pc:picChg chg="add del mod">
          <ac:chgData name="Jhony Gomez" userId="5f1ac8455e56f045" providerId="LiveId" clId="{E84C667A-187F-4064-B7B0-4E60D3583703}" dt="2026-10-03T16:34:23.356" v="1828" actId="478"/>
          <ac:picMkLst>
            <pc:docMk/>
            <pc:sldMk cId="3686713744" sldId="289"/>
            <ac:picMk id="3" creationId="{FAB3A255-B1F1-8A09-4B44-6AC4B667CA47}"/>
          </ac:picMkLst>
        </pc:picChg>
        <pc:picChg chg="add mod">
          <ac:chgData name="Jhony Gomez" userId="5f1ac8455e56f045" providerId="LiveId" clId="{E84C667A-187F-4064-B7B0-4E60D3583703}" dt="2026-10-03T16:34:31.902" v="1832" actId="1076"/>
          <ac:picMkLst>
            <pc:docMk/>
            <pc:sldMk cId="3686713744" sldId="289"/>
            <ac:picMk id="4" creationId="{F50B136A-F545-FBAC-1D36-A46F5AE79199}"/>
          </ac:picMkLst>
        </pc:picChg>
        <pc:picChg chg="del mod">
          <ac:chgData name="Jhony Gomez" userId="5f1ac8455e56f045" providerId="LiveId" clId="{E84C667A-187F-4064-B7B0-4E60D3583703}" dt="2026-10-03T06:29:54.115" v="1253" actId="478"/>
          <ac:picMkLst>
            <pc:docMk/>
            <pc:sldMk cId="3686713744" sldId="289"/>
            <ac:picMk id="5" creationId="{9D540B56-DC55-9EF7-96B6-DE1BBDF7FE69}"/>
          </ac:picMkLst>
        </pc:picChg>
        <pc:picChg chg="add del mod">
          <ac:chgData name="Jhony Gomez" userId="5f1ac8455e56f045" providerId="LiveId" clId="{E84C667A-187F-4064-B7B0-4E60D3583703}" dt="2026-10-03T16:34:44.570" v="1833" actId="478"/>
          <ac:picMkLst>
            <pc:docMk/>
            <pc:sldMk cId="3686713744" sldId="289"/>
            <ac:picMk id="6" creationId="{CBF71F5C-393E-AE5E-55FE-2733CB981D1D}"/>
          </ac:picMkLst>
        </pc:picChg>
        <pc:picChg chg="del">
          <ac:chgData name="Jhony Gomez" userId="5f1ac8455e56f045" providerId="LiveId" clId="{E84C667A-187F-4064-B7B0-4E60D3583703}" dt="2026-10-03T06:30:22.739" v="1258" actId="478"/>
          <ac:picMkLst>
            <pc:docMk/>
            <pc:sldMk cId="3686713744" sldId="289"/>
            <ac:picMk id="8" creationId="{0DA6E90A-D390-3ABB-DAF6-AD70FE07E171}"/>
          </ac:picMkLst>
        </pc:picChg>
        <pc:picChg chg="add mod">
          <ac:chgData name="Jhony Gomez" userId="5f1ac8455e56f045" providerId="LiveId" clId="{E84C667A-187F-4064-B7B0-4E60D3583703}" dt="2026-10-03T16:34:49.965" v="1836" actId="14100"/>
          <ac:picMkLst>
            <pc:docMk/>
            <pc:sldMk cId="3686713744" sldId="289"/>
            <ac:picMk id="8" creationId="{B03797A7-1E28-9FB2-6B71-215396B3B587}"/>
          </ac:picMkLst>
        </pc:picChg>
      </pc:sldChg>
      <pc:sldChg chg="modSp add del mod ord">
        <pc:chgData name="Jhony Gomez" userId="5f1ac8455e56f045" providerId="LiveId" clId="{E84C667A-187F-4064-B7B0-4E60D3583703}" dt="2026-10-03T16:36:13.369" v="1847" actId="47"/>
        <pc:sldMkLst>
          <pc:docMk/>
          <pc:sldMk cId="1958732879" sldId="290"/>
        </pc:sldMkLst>
        <pc:spChg chg="mod">
          <ac:chgData name="Jhony Gomez" userId="5f1ac8455e56f045" providerId="LiveId" clId="{E84C667A-187F-4064-B7B0-4E60D3583703}" dt="2026-10-03T06:54:46.682" v="1403" actId="20577"/>
          <ac:spMkLst>
            <pc:docMk/>
            <pc:sldMk cId="1958732879" sldId="290"/>
            <ac:spMk id="9" creationId="{8055D46D-B0C1-45C6-43D9-CFCAA572DF77}"/>
          </ac:spMkLst>
        </pc:spChg>
        <pc:spChg chg="mod">
          <ac:chgData name="Jhony Gomez" userId="5f1ac8455e56f045" providerId="LiveId" clId="{E84C667A-187F-4064-B7B0-4E60D3583703}" dt="2026-10-03T06:53:18.062" v="1390" actId="20577"/>
          <ac:spMkLst>
            <pc:docMk/>
            <pc:sldMk cId="1958732879" sldId="290"/>
            <ac:spMk id="11" creationId="{679F1C75-0800-ACB5-79F7-2212BECAC067}"/>
          </ac:spMkLst>
        </pc:spChg>
        <pc:picChg chg="mod">
          <ac:chgData name="Jhony Gomez" userId="5f1ac8455e56f045" providerId="LiveId" clId="{E84C667A-187F-4064-B7B0-4E60D3583703}" dt="2026-10-03T06:51:00.398" v="1341" actId="14826"/>
          <ac:picMkLst>
            <pc:docMk/>
            <pc:sldMk cId="1958732879" sldId="290"/>
            <ac:picMk id="5" creationId="{363CD103-DD07-960A-9C46-304F32074B6B}"/>
          </ac:picMkLst>
        </pc:picChg>
      </pc:sldChg>
      <pc:sldChg chg="addSp delSp modSp add del mod ord">
        <pc:chgData name="Jhony Gomez" userId="5f1ac8455e56f045" providerId="LiveId" clId="{E84C667A-187F-4064-B7B0-4E60D3583703}" dt="2026-10-03T16:36:13.369" v="1847" actId="47"/>
        <pc:sldMkLst>
          <pc:docMk/>
          <pc:sldMk cId="284864816" sldId="291"/>
        </pc:sldMkLst>
        <pc:spChg chg="mod">
          <ac:chgData name="Jhony Gomez" userId="5f1ac8455e56f045" providerId="LiveId" clId="{E84C667A-187F-4064-B7B0-4E60D3583703}" dt="2026-10-03T06:55:24.888" v="1408" actId="2710"/>
          <ac:spMkLst>
            <pc:docMk/>
            <pc:sldMk cId="284864816" sldId="291"/>
            <ac:spMk id="7" creationId="{BD11171A-5998-8F59-6813-E41ED13F54D6}"/>
          </ac:spMkLst>
        </pc:spChg>
        <pc:spChg chg="del">
          <ac:chgData name="Jhony Gomez" userId="5f1ac8455e56f045" providerId="LiveId" clId="{E84C667A-187F-4064-B7B0-4E60D3583703}" dt="2026-10-03T06:51:12.727" v="1344" actId="478"/>
          <ac:spMkLst>
            <pc:docMk/>
            <pc:sldMk cId="284864816" sldId="291"/>
            <ac:spMk id="9" creationId="{3A8C5B52-038D-175C-6EFB-AA67AD0FF075}"/>
          </ac:spMkLst>
        </pc:spChg>
        <pc:picChg chg="del">
          <ac:chgData name="Jhony Gomez" userId="5f1ac8455e56f045" providerId="LiveId" clId="{E84C667A-187F-4064-B7B0-4E60D3583703}" dt="2026-10-03T06:51:06.270" v="1342" actId="478"/>
          <ac:picMkLst>
            <pc:docMk/>
            <pc:sldMk cId="284864816" sldId="291"/>
            <ac:picMk id="3" creationId="{7CC0D7EA-A83B-9F7A-CF73-5EFE00CC6DC0}"/>
          </ac:picMkLst>
        </pc:picChg>
        <pc:picChg chg="add mod">
          <ac:chgData name="Jhony Gomez" userId="5f1ac8455e56f045" providerId="LiveId" clId="{E84C667A-187F-4064-B7B0-4E60D3583703}" dt="2026-10-03T06:51:49.549" v="1352" actId="1076"/>
          <ac:picMkLst>
            <pc:docMk/>
            <pc:sldMk cId="284864816" sldId="291"/>
            <ac:picMk id="4" creationId="{1ADAA461-3C7D-E681-0229-7662D4F5AC9E}"/>
          </ac:picMkLst>
        </pc:picChg>
        <pc:picChg chg="del mod">
          <ac:chgData name="Jhony Gomez" userId="5f1ac8455e56f045" providerId="LiveId" clId="{E84C667A-187F-4064-B7B0-4E60D3583703}" dt="2026-10-03T06:51:39.500" v="1347" actId="478"/>
          <ac:picMkLst>
            <pc:docMk/>
            <pc:sldMk cId="284864816" sldId="291"/>
            <ac:picMk id="6" creationId="{9064CE39-B994-0BA7-756D-53B7A2732F70}"/>
          </ac:picMkLst>
        </pc:picChg>
      </pc:sldChg>
      <pc:sldChg chg="modSp add del mod">
        <pc:chgData name="Jhony Gomez" userId="5f1ac8455e56f045" providerId="LiveId" clId="{E84C667A-187F-4064-B7B0-4E60D3583703}" dt="2026-10-03T16:36:13.369" v="1847" actId="47"/>
        <pc:sldMkLst>
          <pc:docMk/>
          <pc:sldMk cId="3379629805" sldId="292"/>
        </pc:sldMkLst>
        <pc:spChg chg="mod">
          <ac:chgData name="Jhony Gomez" userId="5f1ac8455e56f045" providerId="LiveId" clId="{E84C667A-187F-4064-B7B0-4E60D3583703}" dt="2026-10-03T06:55:58.625" v="1410" actId="20577"/>
          <ac:spMkLst>
            <pc:docMk/>
            <pc:sldMk cId="3379629805" sldId="292"/>
            <ac:spMk id="9" creationId="{2EB75F7B-C049-4A37-FE1C-47D138C32B14}"/>
          </ac:spMkLst>
        </pc:spChg>
        <pc:spChg chg="mod">
          <ac:chgData name="Jhony Gomez" userId="5f1ac8455e56f045" providerId="LiveId" clId="{E84C667A-187F-4064-B7B0-4E60D3583703}" dt="2026-10-03T07:02:11.016" v="1500" actId="20577"/>
          <ac:spMkLst>
            <pc:docMk/>
            <pc:sldMk cId="3379629805" sldId="292"/>
            <ac:spMk id="11" creationId="{23A8A5A1-3D96-4D35-9901-4AE3F28572E9}"/>
          </ac:spMkLst>
        </pc:spChg>
        <pc:picChg chg="mod">
          <ac:chgData name="Jhony Gomez" userId="5f1ac8455e56f045" providerId="LiveId" clId="{E84C667A-187F-4064-B7B0-4E60D3583703}" dt="2026-10-03T06:59:13.125" v="1427" actId="14100"/>
          <ac:picMkLst>
            <pc:docMk/>
            <pc:sldMk cId="3379629805" sldId="292"/>
            <ac:picMk id="5" creationId="{B47C8005-6E3B-D564-CB55-375AB40AD7C4}"/>
          </ac:picMkLst>
        </pc:picChg>
      </pc:sldChg>
      <pc:sldChg chg="modSp add del mod">
        <pc:chgData name="Jhony Gomez" userId="5f1ac8455e56f045" providerId="LiveId" clId="{E84C667A-187F-4064-B7B0-4E60D3583703}" dt="2026-10-03T16:36:13.369" v="1847" actId="47"/>
        <pc:sldMkLst>
          <pc:docMk/>
          <pc:sldMk cId="1293155558" sldId="293"/>
        </pc:sldMkLst>
        <pc:spChg chg="mod">
          <ac:chgData name="Jhony Gomez" userId="5f1ac8455e56f045" providerId="LiveId" clId="{E84C667A-187F-4064-B7B0-4E60D3583703}" dt="2026-10-03T06:56:23.452" v="1413" actId="20577"/>
          <ac:spMkLst>
            <pc:docMk/>
            <pc:sldMk cId="1293155558" sldId="293"/>
            <ac:spMk id="7" creationId="{092D28A1-0D10-CB21-9C14-5CC8C219CA0C}"/>
          </ac:spMkLst>
        </pc:spChg>
        <pc:picChg chg="mod">
          <ac:chgData name="Jhony Gomez" userId="5f1ac8455e56f045" providerId="LiveId" clId="{E84C667A-187F-4064-B7B0-4E60D3583703}" dt="2026-10-03T06:59:48.292" v="1430" actId="14100"/>
          <ac:picMkLst>
            <pc:docMk/>
            <pc:sldMk cId="1293155558" sldId="293"/>
            <ac:picMk id="4" creationId="{D29BBEB2-3C84-C2D1-344E-89194DF97A99}"/>
          </ac:picMkLst>
        </pc:picChg>
      </pc:sldChg>
      <pc:sldChg chg="modSp add del mod">
        <pc:chgData name="Jhony Gomez" userId="5f1ac8455e56f045" providerId="LiveId" clId="{E84C667A-187F-4064-B7B0-4E60D3583703}" dt="2026-10-03T16:36:13.369" v="1847" actId="47"/>
        <pc:sldMkLst>
          <pc:docMk/>
          <pc:sldMk cId="3231461754" sldId="294"/>
        </pc:sldMkLst>
        <pc:spChg chg="mod">
          <ac:chgData name="Jhony Gomez" userId="5f1ac8455e56f045" providerId="LiveId" clId="{E84C667A-187F-4064-B7B0-4E60D3583703}" dt="2026-10-03T06:57:19.582" v="1419" actId="20577"/>
          <ac:spMkLst>
            <pc:docMk/>
            <pc:sldMk cId="3231461754" sldId="294"/>
            <ac:spMk id="9" creationId="{BBB0223A-D965-0B15-68B8-2E4E84C9F9E9}"/>
          </ac:spMkLst>
        </pc:spChg>
        <pc:spChg chg="mod">
          <ac:chgData name="Jhony Gomez" userId="5f1ac8455e56f045" providerId="LiveId" clId="{E84C667A-187F-4064-B7B0-4E60D3583703}" dt="2026-10-03T07:00:20.121" v="1460" actId="20577"/>
          <ac:spMkLst>
            <pc:docMk/>
            <pc:sldMk cId="3231461754" sldId="294"/>
            <ac:spMk id="11" creationId="{3F2A01C4-1823-9288-4B48-A9B43EABFB01}"/>
          </ac:spMkLst>
        </pc:spChg>
        <pc:picChg chg="mod">
          <ac:chgData name="Jhony Gomez" userId="5f1ac8455e56f045" providerId="LiveId" clId="{E84C667A-187F-4064-B7B0-4E60D3583703}" dt="2026-10-03T07:01:17.061" v="1465" actId="14100"/>
          <ac:picMkLst>
            <pc:docMk/>
            <pc:sldMk cId="3231461754" sldId="294"/>
            <ac:picMk id="5" creationId="{700FA040-07A1-B899-077A-D2D14A68F303}"/>
          </ac:picMkLst>
        </pc:picChg>
      </pc:sldChg>
      <pc:sldChg chg="modSp add del mod">
        <pc:chgData name="Jhony Gomez" userId="5f1ac8455e56f045" providerId="LiveId" clId="{E84C667A-187F-4064-B7B0-4E60D3583703}" dt="2026-10-03T16:36:13.369" v="1847" actId="47"/>
        <pc:sldMkLst>
          <pc:docMk/>
          <pc:sldMk cId="3762118437" sldId="295"/>
        </pc:sldMkLst>
        <pc:spChg chg="mod">
          <ac:chgData name="Jhony Gomez" userId="5f1ac8455e56f045" providerId="LiveId" clId="{E84C667A-187F-4064-B7B0-4E60D3583703}" dt="2026-10-03T06:58:00.474" v="1424" actId="20577"/>
          <ac:spMkLst>
            <pc:docMk/>
            <pc:sldMk cId="3762118437" sldId="295"/>
            <ac:spMk id="7" creationId="{B8FEA8F5-049E-6952-AC6B-2E2EBC66FE20}"/>
          </ac:spMkLst>
        </pc:spChg>
        <pc:picChg chg="mod">
          <ac:chgData name="Jhony Gomez" userId="5f1ac8455e56f045" providerId="LiveId" clId="{E84C667A-187F-4064-B7B0-4E60D3583703}" dt="2026-10-03T07:01:47.412" v="1468" actId="14100"/>
          <ac:picMkLst>
            <pc:docMk/>
            <pc:sldMk cId="3762118437" sldId="295"/>
            <ac:picMk id="4" creationId="{17FA46CF-4891-95D3-BEB1-60198B62B132}"/>
          </ac:picMkLst>
        </pc:picChg>
      </pc:sldChg>
      <pc:sldMasterChg chg="modSldLayout">
        <pc:chgData name="Jhony Gomez" userId="5f1ac8455e56f045" providerId="LiveId" clId="{E84C667A-187F-4064-B7B0-4E60D3583703}" dt="2026-10-03T14:16:22.304" v="1550"/>
        <pc:sldMasterMkLst>
          <pc:docMk/>
          <pc:sldMasterMk cId="361347793" sldId="2147483948"/>
        </pc:sldMasterMkLst>
        <pc:sldLayoutChg chg="delSp">
          <pc:chgData name="Jhony Gomez" userId="5f1ac8455e56f045" providerId="LiveId" clId="{E84C667A-187F-4064-B7B0-4E60D3583703}" dt="2026-10-03T14:16:22.304" v="1550"/>
          <pc:sldLayoutMkLst>
            <pc:docMk/>
            <pc:sldMasterMk cId="361347793" sldId="2147483948"/>
            <pc:sldLayoutMk cId="660590318" sldId="2147483976"/>
          </pc:sldLayoutMkLst>
          <pc:spChg chg="del">
            <ac:chgData name="Jhony Gomez" userId="5f1ac8455e56f045" providerId="LiveId" clId="{E84C667A-187F-4064-B7B0-4E60D3583703}" dt="2026-10-03T14:16:22.304" v="1550"/>
            <ac:spMkLst>
              <pc:docMk/>
              <pc:sldMasterMk cId="361347793" sldId="2147483948"/>
              <pc:sldLayoutMk cId="660590318" sldId="2147483976"/>
              <ac:spMk id="7" creationId="{00000000-0000-0000-0000-000000000000}"/>
            </ac:spMkLst>
          </pc:spChg>
          <pc:spChg chg="del">
            <ac:chgData name="Jhony Gomez" userId="5f1ac8455e56f045" providerId="LiveId" clId="{E84C667A-187F-4064-B7B0-4E60D3583703}" dt="2026-10-03T14:16:22.304" v="1550"/>
            <ac:spMkLst>
              <pc:docMk/>
              <pc:sldMasterMk cId="361347793" sldId="2147483948"/>
              <pc:sldLayoutMk cId="660590318" sldId="2147483976"/>
              <ac:spMk id="8" creationId="{00000000-0000-0000-0000-000000000000}"/>
            </ac:spMkLst>
          </pc:spChg>
        </pc:sldLayoutChg>
      </pc:sldMasterChg>
      <pc:sldMasterChg chg="modSldLayout">
        <pc:chgData name="Jhony Gomez" userId="5f1ac8455e56f045" providerId="LiveId" clId="{E84C667A-187F-4064-B7B0-4E60D3583703}" dt="2026-10-03T15:01:24.822" v="1653"/>
        <pc:sldMasterMkLst>
          <pc:docMk/>
          <pc:sldMasterMk cId="1561889559" sldId="2147484154"/>
        </pc:sldMasterMkLst>
        <pc:sldLayoutChg chg="delSp">
          <pc:chgData name="Jhony Gomez" userId="5f1ac8455e56f045" providerId="LiveId" clId="{E84C667A-187F-4064-B7B0-4E60D3583703}" dt="2026-10-03T15:01:24.822" v="1653"/>
          <pc:sldLayoutMkLst>
            <pc:docMk/>
            <pc:sldMasterMk cId="1561889559" sldId="2147484154"/>
            <pc:sldLayoutMk cId="2409611420" sldId="2147484182"/>
          </pc:sldLayoutMkLst>
          <pc:spChg chg="del">
            <ac:chgData name="Jhony Gomez" userId="5f1ac8455e56f045" providerId="LiveId" clId="{E84C667A-187F-4064-B7B0-4E60D3583703}" dt="2026-10-03T15:01:24.822" v="1653"/>
            <ac:spMkLst>
              <pc:docMk/>
              <pc:sldMasterMk cId="1561889559" sldId="2147484154"/>
              <pc:sldLayoutMk cId="2409611420" sldId="2147484182"/>
              <ac:spMk id="7" creationId="{00000000-0000-0000-0000-000000000000}"/>
            </ac:spMkLst>
          </pc:spChg>
          <pc:spChg chg="del">
            <ac:chgData name="Jhony Gomez" userId="5f1ac8455e56f045" providerId="LiveId" clId="{E84C667A-187F-4064-B7B0-4E60D3583703}" dt="2026-10-03T15:01:24.822" v="1653"/>
            <ac:spMkLst>
              <pc:docMk/>
              <pc:sldMasterMk cId="1561889559" sldId="2147484154"/>
              <pc:sldLayoutMk cId="2409611420" sldId="2147484182"/>
              <ac:spMk id="8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8220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184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257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48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1636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71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8649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6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0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26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242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91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84869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935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063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603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8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81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5362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0034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8322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45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861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869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255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362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69981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96114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419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03/10/2026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8895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  <p:sldLayoutId id="2147484167" r:id="rId13"/>
    <p:sldLayoutId id="2147484168" r:id="rId14"/>
    <p:sldLayoutId id="2147484169" r:id="rId15"/>
    <p:sldLayoutId id="2147484170" r:id="rId16"/>
    <p:sldLayoutId id="2147484171" r:id="rId17"/>
    <p:sldLayoutId id="2147484172" r:id="rId18"/>
    <p:sldLayoutId id="2147484173" r:id="rId19"/>
    <p:sldLayoutId id="2147484174" r:id="rId20"/>
    <p:sldLayoutId id="2147484175" r:id="rId21"/>
    <p:sldLayoutId id="2147484176" r:id="rId22"/>
    <p:sldLayoutId id="2147484177" r:id="rId23"/>
    <p:sldLayoutId id="2147484178" r:id="rId24"/>
    <p:sldLayoutId id="2147484179" r:id="rId25"/>
    <p:sldLayoutId id="2147484180" r:id="rId26"/>
    <p:sldLayoutId id="2147484181" r:id="rId27"/>
    <p:sldLayoutId id="2147484182" r:id="rId28"/>
    <p:sldLayoutId id="2147484183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BAF0D08-5F75-4A88-A052-E8DE763EC799}"/>
              </a:ext>
            </a:extLst>
          </p:cNvPr>
          <p:cNvSpPr txBox="1"/>
          <p:nvPr/>
        </p:nvSpPr>
        <p:spPr>
          <a:xfrm>
            <a:off x="3209654" y="886632"/>
            <a:ext cx="7015905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TECNOLÓGICO NACIONAL DE MÉXICO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INSTITUTO TECNOLÓGICO DE FRONTERA COMALAPA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Alumno: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Jhony Benjamín Gómez Zacarías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Docente: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Francisco Javier Mingo Velázquez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Materia: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Simulación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Carrera: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Ingeniería en sistemas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Semestre: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05	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Numero de control: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241260006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Fecha: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kern="0" dirty="0"/>
              <a:t>02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/10/2026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19C598F4-BA14-4C21-8CA1-1A2D25F8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14" y="0"/>
            <a:ext cx="1768475" cy="8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E2F390-DF95-402B-9B98-4F5C4DFB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6" b="33018"/>
          <a:stretch>
            <a:fillRect/>
          </a:stretch>
        </p:blipFill>
        <p:spPr bwMode="auto">
          <a:xfrm>
            <a:off x="5731770" y="40601"/>
            <a:ext cx="1971675" cy="7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4">
            <a:extLst>
              <a:ext uri="{FF2B5EF4-FFF2-40B4-BE49-F238E27FC236}">
                <a16:creationId xmlns:a16="http://schemas.microsoft.com/office/drawing/2014/main" id="{DBB73E5F-CC35-47FE-AA83-6271900BF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926" y="-66061"/>
            <a:ext cx="1422400" cy="84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A57B25-B6D9-4502-A294-BC3B99EB4BA6}"/>
              </a:ext>
            </a:extLst>
          </p:cNvPr>
          <p:cNvPicPr/>
          <p:nvPr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6" r="23395" b="34652"/>
          <a:stretch/>
        </p:blipFill>
        <p:spPr bwMode="auto">
          <a:xfrm>
            <a:off x="0" y="204787"/>
            <a:ext cx="2924175" cy="6448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013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17401-7AAA-4B09-B70B-7A3CA6DC5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480" y="658760"/>
            <a:ext cx="3621542" cy="741769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Introducción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5111A6-BE16-3200-7ADB-593AC0C08FEF}"/>
              </a:ext>
            </a:extLst>
          </p:cNvPr>
          <p:cNvSpPr txBox="1"/>
          <p:nvPr/>
        </p:nvSpPr>
        <p:spPr>
          <a:xfrm>
            <a:off x="1768206" y="1746488"/>
            <a:ext cx="8655587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reporte vamos a ver cómo programamos y pusimos a prueba tres ejercicios de simulación (líneas de espera M/M/1, control de inventarios y prueba $t$ de Student) usando Java, Python y R. La idea es mostrar de forma clara cómo pasamos de la lógica del código a la parte visual, integrando interfaces, gráficas y reportes de resultados para entender cómo se comportan estos sistemas en la vida real.</a:t>
            </a:r>
          </a:p>
        </p:txBody>
      </p:sp>
    </p:spTree>
    <p:extLst>
      <p:ext uri="{BB962C8B-B14F-4D97-AF65-F5344CB8AC3E}">
        <p14:creationId xmlns:p14="http://schemas.microsoft.com/office/powerpoint/2010/main" val="379692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8231-C6F8-9273-9DB7-CCD46BD5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4BB9-4BBC-B7BF-F8EE-90DD9F1F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6674" y="629263"/>
            <a:ext cx="3621542" cy="839789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Justificación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700515-AA2F-B20A-8CEF-9CF4495DD6E2}"/>
              </a:ext>
            </a:extLst>
          </p:cNvPr>
          <p:cNvSpPr txBox="1"/>
          <p:nvPr/>
        </p:nvSpPr>
        <p:spPr>
          <a:xfrm>
            <a:off x="1768206" y="1746488"/>
            <a:ext cx="8655587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Simular procesos nos permite entender qué pasa en un sistema real sin tener que gastar dinero ni correr riesgos probando en vivo. Además, hacer estos proyectos en Java, Python y R ayuda a comparar las fortalezas de cada lenguaje: Java funciona muy bien para aplicaciones de escritorio bien estructuradas, Python es rápido de programar y conectar con gráficas, y R es excelente para analizar datos y generar reportes estadísticos de forma directa.</a:t>
            </a:r>
          </a:p>
        </p:txBody>
      </p:sp>
    </p:spTree>
    <p:extLst>
      <p:ext uri="{BB962C8B-B14F-4D97-AF65-F5344CB8AC3E}">
        <p14:creationId xmlns:p14="http://schemas.microsoft.com/office/powerpoint/2010/main" val="38826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EC2E1FE-E24B-400D-B39C-537C2CCED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8741" y="662342"/>
            <a:ext cx="6264890" cy="452909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80D72AF-1616-4663-BC22-54048850ED05}"/>
              </a:ext>
            </a:extLst>
          </p:cNvPr>
          <p:cNvSpPr txBox="1"/>
          <p:nvPr/>
        </p:nvSpPr>
        <p:spPr>
          <a:xfrm>
            <a:off x="6901881" y="662342"/>
            <a:ext cx="4916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Paso 1  Clases y Variables: Creamos la clase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LineasEspera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manejar las tasas de llegada (lambda), de servicio (mu) y la cantidad de clientes.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9BE94E-1ECD-6941-F298-D411E6B49AD4}"/>
              </a:ext>
            </a:extLst>
          </p:cNvPr>
          <p:cNvSpPr txBox="1"/>
          <p:nvPr/>
        </p:nvSpPr>
        <p:spPr>
          <a:xfrm>
            <a:off x="884903" y="728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Ejercicios en JAVA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E0B3F4-FBFD-A5E3-1E7F-E1918B28776C}"/>
              </a:ext>
            </a:extLst>
          </p:cNvPr>
          <p:cNvSpPr txBox="1"/>
          <p:nvPr/>
        </p:nvSpPr>
        <p:spPr>
          <a:xfrm>
            <a:off x="6901881" y="2373155"/>
            <a:ext cx="49164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Paso 2 Cálculo Exponencial: Usamos la fórmula de distribución exponencial para calcular los tiempos entre llegadas y los tiempos que tarda el servidor en atender a cada persona.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B4A4D3-8679-1E61-04F2-DF8E0134DC46}"/>
              </a:ext>
            </a:extLst>
          </p:cNvPr>
          <p:cNvSpPr txBox="1"/>
          <p:nvPr/>
        </p:nvSpPr>
        <p:spPr>
          <a:xfrm>
            <a:off x="6901881" y="4211787"/>
            <a:ext cx="49164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Paso 3 - Registro de Tiempos: Con un ciclo calculamos el inicio de servicio y el tiempo de salida de cada cliente para determinar exactamente cuántos minutos esperó en la fila.</a:t>
            </a:r>
          </a:p>
        </p:txBody>
      </p:sp>
    </p:spTree>
    <p:extLst>
      <p:ext uri="{BB962C8B-B14F-4D97-AF65-F5344CB8AC3E}">
        <p14:creationId xmlns:p14="http://schemas.microsoft.com/office/powerpoint/2010/main" val="253770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2B7A-F3EF-CF15-AE55-747EB4FE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CB7918C-9539-5D14-ED59-B63CA11E58F2}"/>
              </a:ext>
            </a:extLst>
          </p:cNvPr>
          <p:cNvSpPr txBox="1"/>
          <p:nvPr/>
        </p:nvSpPr>
        <p:spPr>
          <a:xfrm>
            <a:off x="3559229" y="3095971"/>
            <a:ext cx="3814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Salida de Datos: Mostramos el tiempo promedio de espera y la ocupación del servidor en un panel de texto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TextArea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E34A13-28F4-435E-618D-3B80FE82599A}"/>
              </a:ext>
            </a:extLst>
          </p:cNvPr>
          <p:cNvSpPr txBox="1"/>
          <p:nvPr/>
        </p:nvSpPr>
        <p:spPr>
          <a:xfrm>
            <a:off x="3559229" y="1084373"/>
            <a:ext cx="38149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Entradas y Controles: Diseñamos la interfaz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con campos de texto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TextField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para ingresar los parámetros y un botón para ejecutar la simulación.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4F1DE3-6A0C-BA33-E870-4892C5031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61" y="1180407"/>
            <a:ext cx="2682472" cy="371888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2F2B18F-27F8-F3E9-2A9D-B3281BF5C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053" y="867960"/>
            <a:ext cx="4701947" cy="434377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546C35B-29FE-6723-33B0-07092ACD1EAB}"/>
              </a:ext>
            </a:extLst>
          </p:cNvPr>
          <p:cNvSpPr txBox="1"/>
          <p:nvPr/>
        </p:nvSpPr>
        <p:spPr>
          <a:xfrm>
            <a:off x="7585537" y="5389875"/>
            <a:ext cx="42721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Visualización de la Gráfica: Agregamos una gráfica de barras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BarChart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que muestra la espera individual de cada cliente para identificar picos de saturación.</a:t>
            </a:r>
          </a:p>
        </p:txBody>
      </p:sp>
    </p:spTree>
    <p:extLst>
      <p:ext uri="{BB962C8B-B14F-4D97-AF65-F5344CB8AC3E}">
        <p14:creationId xmlns:p14="http://schemas.microsoft.com/office/powerpoint/2010/main" val="6769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C626-5205-838E-2A0B-E960B8A3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A5EEBB1-D09B-41D3-5116-97B5E66F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064" y="1443860"/>
            <a:ext cx="5621936" cy="452573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1D2C099-A3B4-8593-48F9-D1C85A03C804}"/>
              </a:ext>
            </a:extLst>
          </p:cNvPr>
          <p:cNvSpPr txBox="1"/>
          <p:nvPr/>
        </p:nvSpPr>
        <p:spPr>
          <a:xfrm>
            <a:off x="6494206" y="1585730"/>
            <a:ext cx="4562168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Configuración Inicial: Creamos la clase Inventario definiendo el stock inicial, punto de reorden, cantidad a pedir y días de simulación.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B2D4CB-D01F-06F9-F206-9A487B9641D5}"/>
              </a:ext>
            </a:extLst>
          </p:cNvPr>
          <p:cNvSpPr txBox="1"/>
          <p:nvPr/>
        </p:nvSpPr>
        <p:spPr>
          <a:xfrm>
            <a:off x="4213122" y="426738"/>
            <a:ext cx="456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2: JAVA 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03F5B1-716A-8A18-0B52-35A188720D5B}"/>
              </a:ext>
            </a:extLst>
          </p:cNvPr>
          <p:cNvSpPr txBox="1"/>
          <p:nvPr/>
        </p:nvSpPr>
        <p:spPr>
          <a:xfrm>
            <a:off x="6494206" y="3020564"/>
            <a:ext cx="4562168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Simulación de Demanda: Implementamos un bucle por cada día que genera una demanda aleatoria y descuenta las unidades vendidas del stock actual.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7B8E079-48E7-32C7-CD3D-BB3A005D939E}"/>
              </a:ext>
            </a:extLst>
          </p:cNvPr>
          <p:cNvSpPr txBox="1"/>
          <p:nvPr/>
        </p:nvSpPr>
        <p:spPr>
          <a:xfrm>
            <a:off x="6494206" y="4455398"/>
            <a:ext cx="4562168" cy="14773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Control de Pedidos: Si el inventario cae al nivel de reorden, el código activa una orden de compra que se entrega automáticamente tras un tiempo de espera.</a:t>
            </a:r>
          </a:p>
        </p:txBody>
      </p:sp>
    </p:spTree>
    <p:extLst>
      <p:ext uri="{BB962C8B-B14F-4D97-AF65-F5344CB8AC3E}">
        <p14:creationId xmlns:p14="http://schemas.microsoft.com/office/powerpoint/2010/main" val="420528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20FD2-983B-294F-F824-2FC6F6E8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51B24BDB-B602-0CC6-A691-E9F4AFD4093D}"/>
              </a:ext>
            </a:extLst>
          </p:cNvPr>
          <p:cNvSpPr txBox="1"/>
          <p:nvPr/>
        </p:nvSpPr>
        <p:spPr>
          <a:xfrm>
            <a:off x="7476064" y="3071950"/>
            <a:ext cx="392798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Desplegamos en un área de texto los niveles de inventario registrados en los primeros días para un control rápido.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BBE4C0-6F0E-1D7F-CD28-A5EDB800FBE1}"/>
              </a:ext>
            </a:extLst>
          </p:cNvPr>
          <p:cNvSpPr txBox="1"/>
          <p:nvPr/>
        </p:nvSpPr>
        <p:spPr>
          <a:xfrm>
            <a:off x="7476065" y="554397"/>
            <a:ext cx="392798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Organizamos los campos de entrada y el botón de simulación en un contenedor horizontal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HBox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en la parte superior.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FA6148-DC35-1E6D-530D-C85540741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49" y="423543"/>
            <a:ext cx="6132716" cy="1753559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1F790D8-9C65-0146-9787-09DBCA8C6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45" y="2730010"/>
            <a:ext cx="5578323" cy="3901778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223867D-54FF-7A34-E495-AF3FFEC3ACE4}"/>
              </a:ext>
            </a:extLst>
          </p:cNvPr>
          <p:cNvSpPr txBox="1"/>
          <p:nvPr/>
        </p:nvSpPr>
        <p:spPr>
          <a:xfrm>
            <a:off x="7476064" y="4838215"/>
            <a:ext cx="392798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Integración de un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LineChart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en la parte inferior para observar la curva de subidas y bajadas del stock en el tiempo.</a:t>
            </a:r>
          </a:p>
        </p:txBody>
      </p:sp>
    </p:spTree>
    <p:extLst>
      <p:ext uri="{BB962C8B-B14F-4D97-AF65-F5344CB8AC3E}">
        <p14:creationId xmlns:p14="http://schemas.microsoft.com/office/powerpoint/2010/main" val="95937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4269-2B45-D8C6-6827-326793DB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5E222D2D-5C93-C613-1682-C2AB3705CA2B}"/>
              </a:ext>
            </a:extLst>
          </p:cNvPr>
          <p:cNvSpPr txBox="1"/>
          <p:nvPr/>
        </p:nvSpPr>
        <p:spPr>
          <a:xfrm>
            <a:off x="7698658" y="1613985"/>
            <a:ext cx="4031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Creamos la clase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ControlInventario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que recibe el stock inicial, el límite de pedido y el lote de compra.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2F4699-52E0-C20A-53A4-6110F87AC86E}"/>
              </a:ext>
            </a:extLst>
          </p:cNvPr>
          <p:cNvSpPr txBox="1"/>
          <p:nvPr/>
        </p:nvSpPr>
        <p:spPr>
          <a:xfrm>
            <a:off x="633262" y="98084"/>
            <a:ext cx="6249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Ejercicios Python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514E2A-852C-731F-AFCF-EB49DADAA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51270"/>
            <a:ext cx="7246374" cy="596548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9401DFE-FA16-169A-BFDD-11AAB15D4C42}"/>
              </a:ext>
            </a:extLst>
          </p:cNvPr>
          <p:cNvSpPr txBox="1"/>
          <p:nvPr/>
        </p:nvSpPr>
        <p:spPr>
          <a:xfrm>
            <a:off x="7698658" y="2867598"/>
            <a:ext cx="4031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cada iteración del bucle descontamos las ventas aleatorias y verificamos si hay un pedido pendiente por entregar.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9F32A71-5C96-6030-BE1A-C2786AD22179}"/>
              </a:ext>
            </a:extLst>
          </p:cNvPr>
          <p:cNvSpPr txBox="1"/>
          <p:nvPr/>
        </p:nvSpPr>
        <p:spPr>
          <a:xfrm>
            <a:off x="7698658" y="4249030"/>
            <a:ext cx="4031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 el nivel de existencias llega al límite configurado, se activa la orden de reabastecimiento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262795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58E8-6B57-3362-46C4-6BCC79F4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488452C3-331A-CC4A-718C-1CD4F5964723}"/>
              </a:ext>
            </a:extLst>
          </p:cNvPr>
          <p:cNvSpPr txBox="1"/>
          <p:nvPr/>
        </p:nvSpPr>
        <p:spPr>
          <a:xfrm>
            <a:off x="6705599" y="4496678"/>
            <a:ext cx="5007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Renderizamos la curva del stock con </a:t>
            </a:r>
            <a:r>
              <a:rPr lang="es-MX" dirty="0" err="1"/>
              <a:t>Matplotlib</a:t>
            </a:r>
            <a:r>
              <a:rPr lang="es-MX" dirty="0"/>
              <a:t>, incluyendo una línea punteada roja que marca el punto de reorden.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1B75107-C201-2D6B-1ED5-A0363D0047FD}"/>
              </a:ext>
            </a:extLst>
          </p:cNvPr>
          <p:cNvSpPr txBox="1"/>
          <p:nvPr/>
        </p:nvSpPr>
        <p:spPr>
          <a:xfrm>
            <a:off x="478864" y="4496678"/>
            <a:ext cx="4626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Diseñamos un formulario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con campos de entrada estilizados en tonos oscuros y grises.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C9207B-2356-4F5C-71FC-FD7D268E0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56041"/>
            <a:ext cx="5673213" cy="284082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E533D6E-D183-0321-5CC6-B0D8FAEC6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2500" y="194534"/>
            <a:ext cx="5163000" cy="356384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62118BA-0645-EE74-A7EF-C7EF5C4D9362}"/>
              </a:ext>
            </a:extLst>
          </p:cNvPr>
          <p:cNvSpPr txBox="1"/>
          <p:nvPr/>
        </p:nvSpPr>
        <p:spPr>
          <a:xfrm>
            <a:off x="478864" y="5604673"/>
            <a:ext cx="4626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Mostramos el inventario promedio, máximo y mínimo dentro del área de texto lateral.</a:t>
            </a:r>
          </a:p>
        </p:txBody>
      </p:sp>
    </p:spTree>
    <p:extLst>
      <p:ext uri="{BB962C8B-B14F-4D97-AF65-F5344CB8AC3E}">
        <p14:creationId xmlns:p14="http://schemas.microsoft.com/office/powerpoint/2010/main" val="3694816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D5C7-79FD-FB25-C1E0-3806D3FF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CA6B2E6-64F5-1B7A-D12F-25F2A19F993F}"/>
              </a:ext>
            </a:extLst>
          </p:cNvPr>
          <p:cNvSpPr txBox="1"/>
          <p:nvPr/>
        </p:nvSpPr>
        <p:spPr>
          <a:xfrm>
            <a:off x="7590503" y="1720840"/>
            <a:ext cx="4159046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Definimos la clase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EvaluadorMuestras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que calcula el valor t dividiendo la diferencia de medias sobre el error estándar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39D6C9-F414-10F9-0CB2-A1A0DAF64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67905"/>
            <a:ext cx="7069394" cy="589845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94D3AAF-7C0F-81EA-EB86-D8FD3ED9EBE2}"/>
              </a:ext>
            </a:extLst>
          </p:cNvPr>
          <p:cNvSpPr txBox="1"/>
          <p:nvPr/>
        </p:nvSpPr>
        <p:spPr>
          <a:xfrm>
            <a:off x="7590503" y="3697214"/>
            <a:ext cx="4159046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Organizamos los controles de entrada y el área de consola en una columna izquierda para dejar libre el panel principal.</a:t>
            </a:r>
          </a:p>
        </p:txBody>
      </p:sp>
    </p:spTree>
    <p:extLst>
      <p:ext uri="{BB962C8B-B14F-4D97-AF65-F5344CB8AC3E}">
        <p14:creationId xmlns:p14="http://schemas.microsoft.com/office/powerpoint/2010/main" val="185641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05FC3-D25E-A740-1DA8-559E2E0CB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8A4954EE-9FDF-CC15-D7A9-19124C9AD5E5}"/>
              </a:ext>
            </a:extLst>
          </p:cNvPr>
          <p:cNvSpPr txBox="1"/>
          <p:nvPr/>
        </p:nvSpPr>
        <p:spPr>
          <a:xfrm>
            <a:off x="269469" y="4478648"/>
            <a:ext cx="5007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Integramos un panel de texto inferior en el lateral izquierdo que muestra el reporte y el estado final de la prueba.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3305B79-A539-2492-6BE9-5E9B4BDA58F7}"/>
              </a:ext>
            </a:extLst>
          </p:cNvPr>
          <p:cNvSpPr txBox="1"/>
          <p:nvPr/>
        </p:nvSpPr>
        <p:spPr>
          <a:xfrm>
            <a:off x="5917632" y="4596184"/>
            <a:ext cx="4626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Utilizamos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dibujar los puntos generados por cada muestra en tonos violetas.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5FEB73-8475-7F16-1557-4164E77D2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70" y="197673"/>
            <a:ext cx="2982478" cy="37692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5142121-9976-C451-7836-7349220E0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26" y="197673"/>
            <a:ext cx="5961409" cy="42809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DEA3A75-B2B0-E169-29F9-41E085EEB8B2}"/>
              </a:ext>
            </a:extLst>
          </p:cNvPr>
          <p:cNvSpPr txBox="1"/>
          <p:nvPr/>
        </p:nvSpPr>
        <p:spPr>
          <a:xfrm>
            <a:off x="7164940" y="5736997"/>
            <a:ext cx="4626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Trazamos una línea punteada verde esmeralda para comparar directamente las muestras contra la media teórica esperada.</a:t>
            </a:r>
          </a:p>
        </p:txBody>
      </p:sp>
    </p:spTree>
    <p:extLst>
      <p:ext uri="{BB962C8B-B14F-4D97-AF65-F5344CB8AC3E}">
        <p14:creationId xmlns:p14="http://schemas.microsoft.com/office/powerpoint/2010/main" val="708655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ACFC-E078-DE0D-A238-7136220E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D777743-80A2-1DDF-EB9C-FAD0A8352DE3}"/>
              </a:ext>
            </a:extLst>
          </p:cNvPr>
          <p:cNvSpPr txBox="1"/>
          <p:nvPr/>
        </p:nvSpPr>
        <p:spPr>
          <a:xfrm>
            <a:off x="7197214" y="1258724"/>
            <a:ext cx="4522838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Empleamos la función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rexp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() para simular intervalos aleatorios de llegada y atención basados en la distribución exponencial.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7CFCA38-6F52-4F78-D358-6AF67CC2EE1C}"/>
              </a:ext>
            </a:extLst>
          </p:cNvPr>
          <p:cNvSpPr txBox="1"/>
          <p:nvPr/>
        </p:nvSpPr>
        <p:spPr>
          <a:xfrm>
            <a:off x="775831" y="134316"/>
            <a:ext cx="9007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Ejercicios en </a:t>
            </a:r>
            <a:r>
              <a:rPr lang="es-MX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endParaRPr lang="es-MX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79F929-971E-BD9B-1276-68119AEE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830253"/>
            <a:ext cx="6528619" cy="608268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4BECFDA-73B4-6B35-96BE-41008D0970DD}"/>
              </a:ext>
            </a:extLst>
          </p:cNvPr>
          <p:cNvSpPr txBox="1"/>
          <p:nvPr/>
        </p:nvSpPr>
        <p:spPr>
          <a:xfrm>
            <a:off x="7197214" y="2785234"/>
            <a:ext cx="4522838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Construimos un vector con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cumsum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() e iteramos para calcular el instante exacto en que cada cliente entra al servidor y sale del sistema.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7FD49D7-19D8-FDBC-5199-536109976785}"/>
              </a:ext>
            </a:extLst>
          </p:cNvPr>
          <p:cNvSpPr txBox="1"/>
          <p:nvPr/>
        </p:nvSpPr>
        <p:spPr>
          <a:xfrm>
            <a:off x="7197214" y="4727242"/>
            <a:ext cx="4188541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Organizamos la información en una estructura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data.frame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facilitar el cálculo de promedios de espera y métricas de rendimiento.</a:t>
            </a:r>
          </a:p>
        </p:txBody>
      </p:sp>
    </p:spTree>
    <p:extLst>
      <p:ext uri="{BB962C8B-B14F-4D97-AF65-F5344CB8AC3E}">
        <p14:creationId xmlns:p14="http://schemas.microsoft.com/office/powerpoint/2010/main" val="3803033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1570-86A9-91BF-90BB-C576232A8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B50BEC0-D750-79E8-BE92-48FD1F65EE9F}"/>
              </a:ext>
            </a:extLst>
          </p:cNvPr>
          <p:cNvSpPr txBox="1"/>
          <p:nvPr/>
        </p:nvSpPr>
        <p:spPr>
          <a:xfrm>
            <a:off x="357960" y="4381173"/>
            <a:ext cx="5007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Imprimimos un resumen claro utilizando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cat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()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sprintf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() para verificar el nivel de utilización del servidor.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BDD347-00B9-A98A-656B-61695CE86C64}"/>
              </a:ext>
            </a:extLst>
          </p:cNvPr>
          <p:cNvSpPr txBox="1"/>
          <p:nvPr/>
        </p:nvSpPr>
        <p:spPr>
          <a:xfrm>
            <a:off x="6227819" y="4242673"/>
            <a:ext cx="4626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Cambiamos el estilo visual usando un gráfico de agujas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= "h") combinado con puntos destacados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pch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= 19) en tonos esmeralda y violeta.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DBAC04-71C8-2DDE-5DA6-D194C6CE2883}"/>
              </a:ext>
            </a:extLst>
          </p:cNvPr>
          <p:cNvSpPr txBox="1"/>
          <p:nvPr/>
        </p:nvSpPr>
        <p:spPr>
          <a:xfrm>
            <a:off x="7319198" y="5584776"/>
            <a:ext cx="4626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Ajustamos los parámetros del entorno gráfico par() para mantener un fondo oscuro y profesional en la ventana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Plots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215322-4C2F-0BFB-421A-4A9FB4D71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34" y="1261945"/>
            <a:ext cx="5356296" cy="20416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8DE2760-C464-96E7-AFDE-4D91F8D8D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819" y="223525"/>
            <a:ext cx="5498374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5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94706-4D30-ABDD-0088-E2EC5C5E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95ADFC27-915F-CD95-F8AF-E4347AE0A439}"/>
              </a:ext>
            </a:extLst>
          </p:cNvPr>
          <p:cNvSpPr txBox="1"/>
          <p:nvPr/>
        </p:nvSpPr>
        <p:spPr>
          <a:xfrm>
            <a:off x="7954297" y="1376711"/>
            <a:ext cx="3805083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Diseñamos la función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simular_almacen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evaluar el nivel de existencias día a día.</a:t>
            </a: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Usamos la función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(1:8, 1) para representar la variabilidad de las ventas diarias.</a:t>
            </a: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lógica detecta si el inventario desciende del punto crítico para activar una compra con tiempo de entrega diferido.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2D7A9B-9DD5-3C17-9D83-D473F5220A53}"/>
              </a:ext>
            </a:extLst>
          </p:cNvPr>
          <p:cNvSpPr txBox="1"/>
          <p:nvPr/>
        </p:nvSpPr>
        <p:spPr>
          <a:xfrm>
            <a:off x="775831" y="134316"/>
            <a:ext cx="9007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3: Validación Paramétrica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D59D8A-803C-80F6-8C68-1B3747E65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61153"/>
            <a:ext cx="7538235" cy="559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6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CD45-660B-CE4E-5DC2-1EC391AAB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9262F3BA-F5B9-E405-A2F9-51DF16DBCCAD}"/>
              </a:ext>
            </a:extLst>
          </p:cNvPr>
          <p:cNvSpPr txBox="1"/>
          <p:nvPr/>
        </p:nvSpPr>
        <p:spPr>
          <a:xfrm>
            <a:off x="41611" y="4165893"/>
            <a:ext cx="50075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Desplegamos en la consola el stock promedio y los valores extremos para análisis administrativo.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Trazamos la gráfica con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= "s" (gráfica de escalones) para reflejar mejor los cambios bruscos cuando entra un nuevo lote de mercancía.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F701953-0C8A-5F16-6473-3362596FD437}"/>
              </a:ext>
            </a:extLst>
          </p:cNvPr>
          <p:cNvSpPr txBox="1"/>
          <p:nvPr/>
        </p:nvSpPr>
        <p:spPr>
          <a:xfrm>
            <a:off x="6444128" y="4704339"/>
            <a:ext cx="4626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Incluimos una línea punteada roja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abline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y una leyenda en la esquina superior que indican el límite de reposición.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0B136A-F545-FBAC-1D36-A46F5AE79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1" y="1258131"/>
            <a:ext cx="5411613" cy="20356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03797A7-1E28-9FB2-6B71-215396B3B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280" y="386045"/>
            <a:ext cx="5504275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1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06DD-4A16-4656-8106-12D0CEEC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657" y="166070"/>
            <a:ext cx="3166233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A5E05-1FDE-B322-0863-21055419B1EE}"/>
              </a:ext>
            </a:extLst>
          </p:cNvPr>
          <p:cNvSpPr txBox="1"/>
          <p:nvPr/>
        </p:nvSpPr>
        <p:spPr>
          <a:xfrm>
            <a:off x="1768206" y="1746488"/>
            <a:ext cx="8655587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Los tres simuladores funcionaron correctamente y los resultados coincidieron con lo que se esperaba según la teoría. Gracias a las gráficas y las alertas en pantalla, fue fácil detectar detalles clave como cuándo se llena una fila de espera, el momento exacto en que se debe pedir más mercancía o si los datos de una simulación son confiables.</a:t>
            </a:r>
          </a:p>
        </p:txBody>
      </p:sp>
    </p:spTree>
    <p:extLst>
      <p:ext uri="{BB962C8B-B14F-4D97-AF65-F5344CB8AC3E}">
        <p14:creationId xmlns:p14="http://schemas.microsoft.com/office/powerpoint/2010/main" val="3123720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D7A9-AC65-E2E9-8338-904D7DDD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3BDA8-CF76-F24C-561C-C5756079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329" y="0"/>
            <a:ext cx="6823711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Fuentes de información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5E2AD0-D9A4-31C8-2E91-C6B686D4C347}"/>
              </a:ext>
            </a:extLst>
          </p:cNvPr>
          <p:cNvSpPr txBox="1"/>
          <p:nvPr/>
        </p:nvSpPr>
        <p:spPr>
          <a:xfrm>
            <a:off x="1768203" y="2049460"/>
            <a:ext cx="8655587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Las actividades se realizaron con base a lo aprendido en clase del profesor Francisco Mingo</a:t>
            </a:r>
          </a:p>
        </p:txBody>
      </p:sp>
    </p:spTree>
    <p:extLst>
      <p:ext uri="{BB962C8B-B14F-4D97-AF65-F5344CB8AC3E}">
        <p14:creationId xmlns:p14="http://schemas.microsoft.com/office/powerpoint/2010/main" val="68466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B58-CE6A-0D56-D0E4-5F0E074A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583AF-666F-C1A4-0F93-1E06E78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4906420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Link de Git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hub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763A91-1FE9-9F17-8A1C-313036490912}"/>
              </a:ext>
            </a:extLst>
          </p:cNvPr>
          <p:cNvSpPr txBox="1"/>
          <p:nvPr/>
        </p:nvSpPr>
        <p:spPr>
          <a:xfrm>
            <a:off x="1694090" y="1782910"/>
            <a:ext cx="7956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https://github.com/jhonyzars-hash/SM-TEMA-4.git</a:t>
            </a:r>
          </a:p>
        </p:txBody>
      </p:sp>
    </p:spTree>
    <p:extLst>
      <p:ext uri="{BB962C8B-B14F-4D97-AF65-F5344CB8AC3E}">
        <p14:creationId xmlns:p14="http://schemas.microsoft.com/office/powerpoint/2010/main" val="1997614909"/>
      </p:ext>
    </p:extLst>
  </p:cSld>
  <p:clrMapOvr>
    <a:masterClrMapping/>
  </p:clrMapOvr>
</p:sld>
</file>

<file path=ppt/theme/theme1.xml><?xml version="1.0" encoding="utf-8"?>
<a:theme xmlns:a="http://schemas.openxmlformats.org/drawingml/2006/main" name="Degradado oscuro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2195</TotalTime>
  <Words>1088</Words>
  <Application>Microsoft Office PowerPoint</Application>
  <PresentationFormat>Panorámica</PresentationFormat>
  <Paragraphs>67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Arial</vt:lpstr>
      <vt:lpstr>Arial Nova Light</vt:lpstr>
      <vt:lpstr>Degradado oscuro</vt:lpstr>
      <vt:lpstr>Presentación de PowerPoint</vt:lpstr>
      <vt:lpstr>Introducción </vt:lpstr>
      <vt:lpstr>Justificación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 </vt:lpstr>
      <vt:lpstr>Fuentes de información </vt:lpstr>
      <vt:lpstr>Link de Git hub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Brayan</dc:creator>
  <cp:lastModifiedBy>Jhony Gomez</cp:lastModifiedBy>
  <cp:revision>12</cp:revision>
  <dcterms:created xsi:type="dcterms:W3CDTF">2026-06-13T06:22:31Z</dcterms:created>
  <dcterms:modified xsi:type="dcterms:W3CDTF">2026-10-03T16:43:56Z</dcterms:modified>
</cp:coreProperties>
</file>